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61" r:id="rId4"/>
    <p:sldId id="262" r:id="rId5"/>
    <p:sldId id="264" r:id="rId6"/>
    <p:sldId id="265" r:id="rId7"/>
    <p:sldId id="263" r:id="rId8"/>
    <p:sldId id="267" r:id="rId9"/>
    <p:sldId id="268" r:id="rId10"/>
    <p:sldId id="269" r:id="rId11"/>
    <p:sldId id="271" r:id="rId12"/>
    <p:sldId id="270" r:id="rId13"/>
    <p:sldId id="272" r:id="rId14"/>
    <p:sldId id="273" r:id="rId15"/>
    <p:sldId id="257" r:id="rId16"/>
    <p:sldId id="258" r:id="rId17"/>
    <p:sldId id="259" r:id="rId1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838" autoAdjust="0"/>
    <p:restoredTop sz="94660"/>
  </p:normalViewPr>
  <p:slideViewPr>
    <p:cSldViewPr snapToGrid="0" showGuides="1">
      <p:cViewPr>
        <p:scale>
          <a:sx n="75" d="100"/>
          <a:sy n="75" d="100"/>
        </p:scale>
        <p:origin x="461" y="101"/>
      </p:cViewPr>
      <p:guideLst>
        <p:guide orient="horz" pos="2137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BD65CB-76BD-D348-12BA-660B045CC0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39FE09A-F3D9-D735-EB7F-DDAE21BABB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32B7E06-5755-5BDD-8229-25C56740B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B96CC-935B-4CC9-AE6C-0846D4F8E840}" type="datetimeFigureOut">
              <a:rPr lang="zh-CN" altLang="en-US" smtClean="0"/>
              <a:t>2026/2/11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37BDCAF-9FDA-D4E8-CB3B-69AE18C03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0DC4282-E481-0CD8-32A9-3A41594B3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8A08-6142-468C-A632-B00BF7A3A9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152759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50">
        <p159:morph option="byObject"/>
      </p:transition>
    </mc:Choice>
    <mc:Fallback>
      <p:transition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AF63DA-A49E-275D-750D-90CB658A3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CFF24CF-6AFB-81DC-D4EE-7BF2AB7DDF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1853B6B-8B31-2D0C-CD8A-FA85A68BF9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B96CC-935B-4CC9-AE6C-0846D4F8E840}" type="datetimeFigureOut">
              <a:rPr lang="zh-CN" altLang="en-US" smtClean="0"/>
              <a:t>2026/2/11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0C6ADC7-20B3-BF08-F780-0740183368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F8FDFB9-ECA2-BDBF-C804-EC5D635B4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8A08-6142-468C-A632-B00BF7A3A9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504879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50">
        <p159:morph option="byObject"/>
      </p:transition>
    </mc:Choice>
    <mc:Fallback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545442-D59A-D207-781C-70809BD070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5EB4FD4-C679-ED20-8D68-8D208C4719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ACD9937-AF62-C90C-AEA4-2904760098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B96CC-935B-4CC9-AE6C-0846D4F8E840}" type="datetimeFigureOut">
              <a:rPr lang="zh-CN" altLang="en-US" smtClean="0"/>
              <a:t>2026/2/11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7068F23-B975-5A6D-847B-9FC0BCFDBD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4F72422-5832-6B4F-E65A-61A8CF4043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8A08-6142-468C-A632-B00BF7A3A9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65504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50">
        <p159:morph option="byObject"/>
      </p:transition>
    </mc:Choice>
    <mc:Fallback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127C10-0BB9-9CCE-1015-83FE573E89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AB0E587-534A-6A2E-2951-37D342A773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76F705E-2350-4954-8E74-80A61E3C71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AEACEDF-472B-6ABC-2ABB-B57F66D2C6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B96CC-935B-4CC9-AE6C-0846D4F8E840}" type="datetimeFigureOut">
              <a:rPr lang="zh-CN" altLang="en-US" smtClean="0"/>
              <a:t>2026/2/11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E407065-E437-24F4-0061-E3BE406EAC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B9837EA-D4BE-91AD-EDB2-1DBFB01FFE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8A08-6142-468C-A632-B00BF7A3A9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989399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50">
        <p159:morph option="byObject"/>
      </p:transition>
    </mc:Choice>
    <mc:Fallback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6EFFD43-D933-265F-21CE-358607EF47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D69D0B3-D361-2F61-F570-3BA49CD136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566C127-268C-9A91-063E-D8261AEDC2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F650C33-5CBC-27EA-37D5-EEB934283B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F6E5E71-52AA-40E6-94BD-4A2D854345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B0CD19D-3384-ED17-27F7-44D64486FB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B96CC-935B-4CC9-AE6C-0846D4F8E840}" type="datetimeFigureOut">
              <a:rPr lang="zh-CN" altLang="en-US" smtClean="0"/>
              <a:t>2026/2/11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0825444F-735C-6CE3-7A4E-D9C30CB052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435E2D5-2BB0-99FC-6AF0-CE2EDE452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8A08-6142-468C-A632-B00BF7A3A9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305976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50">
        <p159:morph option="byObject"/>
      </p:transition>
    </mc:Choice>
    <mc:Fallback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37160B-A183-63C5-5EF8-B71937B21E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01386F6-F294-825F-83F7-D740BA4183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B96CC-935B-4CC9-AE6C-0846D4F8E840}" type="datetimeFigureOut">
              <a:rPr lang="zh-CN" altLang="en-US" smtClean="0"/>
              <a:t>2026/2/11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7DEA1F4-CDFE-F92F-F497-6CC64C85BC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0B75358-73DC-495B-9AD6-38A165CD9A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8A08-6142-468C-A632-B00BF7A3A9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028672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50">
        <p159:morph option="byObject"/>
      </p:transition>
    </mc:Choice>
    <mc:Fallback>
      <p:transition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44A85C6-AE54-E729-ACE5-5CFAB840D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B96CC-935B-4CC9-AE6C-0846D4F8E840}" type="datetimeFigureOut">
              <a:rPr lang="zh-CN" altLang="en-US" smtClean="0"/>
              <a:t>2026/2/11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3E69A62-2E85-42D9-6869-7A3DF4BF7B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9081CC7-E803-1B3B-BC4A-0A5FBFC129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8A08-6142-468C-A632-B00BF7A3A9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012056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50">
        <p159:morph option="byObject"/>
      </p:transition>
    </mc:Choice>
    <mc:Fallback>
      <p:transition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D2EE9A-B6AF-B169-24AB-F0B46207BD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7B820F1-B826-13BB-94BD-4DDED1E267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3A154B6-2DAE-7014-2465-C58F25360D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EB2FA79-E59C-CAEE-4829-7CDD6B1C98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B96CC-935B-4CC9-AE6C-0846D4F8E840}" type="datetimeFigureOut">
              <a:rPr lang="zh-CN" altLang="en-US" smtClean="0"/>
              <a:t>2026/2/11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7C670B3-5AD1-976C-F026-627BD0D5D1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15B6591-96FF-D6D8-DE25-A92DC52D47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8A08-6142-468C-A632-B00BF7A3A9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147617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50">
        <p159:morph option="byObject"/>
      </p:transition>
    </mc:Choice>
    <mc:Fallback>
      <p:transition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7175F01-39B3-F9B2-ED68-03EFD06EA3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345902C-9C76-AFB5-0973-FCF5E10459F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F2E0FF7-C15E-E744-C91C-9AD36D0050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BE9DBAB-7344-2D1B-2D0E-2F4F635EA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B96CC-935B-4CC9-AE6C-0846D4F8E840}" type="datetimeFigureOut">
              <a:rPr lang="zh-CN" altLang="en-US" smtClean="0"/>
              <a:t>2026/2/11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B1A7A73-C9FD-E76B-9A39-AB505C1B1D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DBC660B-3F92-19D1-694E-E6B310184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8A08-6142-468C-A632-B00BF7A3A9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398485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50">
        <p159:morph option="byObject"/>
      </p:transition>
    </mc:Choice>
    <mc:Fallback>
      <p:transition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6828A95-2EA7-1B11-AC95-929C581AB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4389655-F6D5-3022-718E-432FD759A2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3F6F6C1-574A-2386-0182-FFE02ACBC2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B96CC-935B-4CC9-AE6C-0846D4F8E840}" type="datetimeFigureOut">
              <a:rPr lang="zh-CN" altLang="en-US" smtClean="0"/>
              <a:t>2026/2/11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E9DD4E4-3096-74B2-F8C0-849688E03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4A81E38-BBEC-BF79-37AE-363F19F67D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8A08-6142-468C-A632-B00BF7A3A9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010121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50">
        <p159:morph option="byObject"/>
      </p:transition>
    </mc:Choice>
    <mc:Fallback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3BD8AC38-B417-B592-D8A6-904ACCEED47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06D7EC3-B503-3F52-6355-A385460B43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7E34EFB-5152-A683-F06D-591079049D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B96CC-935B-4CC9-AE6C-0846D4F8E840}" type="datetimeFigureOut">
              <a:rPr lang="zh-CN" altLang="en-US" smtClean="0"/>
              <a:t>2026/2/11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A2FBB52-25ED-78EB-BD15-5C964891B7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8F99BFA-3BE4-A9C4-FB17-4A77CB997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C8A08-6142-468C-A632-B00BF7A3A9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125324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50">
        <p159:morph option="byObject"/>
      </p:transition>
    </mc:Choice>
    <mc:Fallback>
      <p:transition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2AF022A-BBF5-592A-F6DC-40BEE11A42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2E783AB-348F-EDD6-4F61-FE83EFD67B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7826120-C1BA-03D0-8F31-FA9C03DB9F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BB96CC-935B-4CC9-AE6C-0846D4F8E840}" type="datetimeFigureOut">
              <a:rPr lang="zh-CN" altLang="en-US" smtClean="0"/>
              <a:t>2026/2/11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6A47D0B-120F-01FB-B39A-8553F278F1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47F8325-A77C-F41C-84C8-57D5FD9054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EC8A08-6142-468C-A632-B00BF7A3A9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3403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50">
        <p159:morph option="byObject"/>
      </p:transition>
    </mc:Choice>
    <mc:Fallback>
      <p:transition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52EA5A51-7FCB-E9C9-1EAD-2879ADB74FA5}"/>
              </a:ext>
            </a:extLst>
          </p:cNvPr>
          <p:cNvSpPr txBox="1"/>
          <p:nvPr/>
        </p:nvSpPr>
        <p:spPr>
          <a:xfrm>
            <a:off x="0" y="978856"/>
            <a:ext cx="12191999" cy="3453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200000"/>
              </a:lnSpc>
            </a:pPr>
            <a:r>
              <a:rPr lang="zh-CN" altLang="en-US" sz="60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深度学习入门</a:t>
            </a:r>
            <a:endParaRPr lang="en-US" altLang="zh-CN" sz="6000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>
              <a:lnSpc>
                <a:spcPct val="200000"/>
              </a:lnSpc>
            </a:pPr>
            <a:r>
              <a:rPr lang="zh-CN" altLang="en-US" sz="60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全连接神经网络架构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DDBD728-C4F5-0EDD-5FD2-546262F034B0}"/>
              </a:ext>
            </a:extLst>
          </p:cNvPr>
          <p:cNvSpPr txBox="1"/>
          <p:nvPr/>
        </p:nvSpPr>
        <p:spPr>
          <a:xfrm>
            <a:off x="-1" y="7025640"/>
            <a:ext cx="12191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60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首先来看一下神经网络是个啥东西</a:t>
            </a:r>
          </a:p>
        </p:txBody>
      </p:sp>
    </p:spTree>
    <p:extLst>
      <p:ext uri="{BB962C8B-B14F-4D97-AF65-F5344CB8AC3E}">
        <p14:creationId xmlns:p14="http://schemas.microsoft.com/office/powerpoint/2010/main" val="239019948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50">
        <p159:morph option="byObject"/>
      </p:transition>
    </mc:Choice>
    <mc:Fallback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A17E22-90FB-48FC-5EBB-35777E5A92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9717A905-4ADF-5EF9-4FC0-986FAB12EC8C}"/>
              </a:ext>
            </a:extLst>
          </p:cNvPr>
          <p:cNvSpPr txBox="1"/>
          <p:nvPr/>
        </p:nvSpPr>
        <p:spPr>
          <a:xfrm>
            <a:off x="15240" y="-3455984"/>
            <a:ext cx="12191999" cy="3453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200000"/>
              </a:lnSpc>
            </a:pPr>
            <a:r>
              <a:rPr lang="zh-CN" altLang="en-US" sz="60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深度学习入门</a:t>
            </a:r>
            <a:endParaRPr lang="en-US" altLang="zh-CN" sz="6000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>
              <a:lnSpc>
                <a:spcPct val="200000"/>
              </a:lnSpc>
            </a:pPr>
            <a:r>
              <a:rPr lang="zh-CN" altLang="en-US" sz="60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全连接神经网络架构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94A6DAA-67F3-9B3E-70FE-755D053F4132}"/>
              </a:ext>
            </a:extLst>
          </p:cNvPr>
          <p:cNvSpPr txBox="1"/>
          <p:nvPr/>
        </p:nvSpPr>
        <p:spPr>
          <a:xfrm>
            <a:off x="0" y="2921168"/>
            <a:ext cx="12191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60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首先来看一下神经网络是个啥东西？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45EC670-FD76-952B-0CF5-9D7A61EA0B51}"/>
              </a:ext>
            </a:extLst>
          </p:cNvPr>
          <p:cNvSpPr txBox="1"/>
          <p:nvPr/>
        </p:nvSpPr>
        <p:spPr>
          <a:xfrm>
            <a:off x="15240" y="6858000"/>
            <a:ext cx="12191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60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这个东西又有什么作用？</a:t>
            </a:r>
          </a:p>
        </p:txBody>
      </p:sp>
    </p:spTree>
    <p:extLst>
      <p:ext uri="{BB962C8B-B14F-4D97-AF65-F5344CB8AC3E}">
        <p14:creationId xmlns:p14="http://schemas.microsoft.com/office/powerpoint/2010/main" val="203050267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50">
        <p159:morph option="byObject"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EEE5C6-E6ED-3C8E-9EBC-C8F1B60A00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94C4641F-3259-5A99-92CE-AFD42081F915}"/>
              </a:ext>
            </a:extLst>
          </p:cNvPr>
          <p:cNvSpPr txBox="1"/>
          <p:nvPr/>
        </p:nvSpPr>
        <p:spPr>
          <a:xfrm>
            <a:off x="0" y="2418248"/>
            <a:ext cx="12191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60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首先来看一下神经网络是个啥东西？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13E130D-0AE8-9217-20D1-EE3E64BAF842}"/>
              </a:ext>
            </a:extLst>
          </p:cNvPr>
          <p:cNvSpPr txBox="1"/>
          <p:nvPr/>
        </p:nvSpPr>
        <p:spPr>
          <a:xfrm>
            <a:off x="-1" y="3433911"/>
            <a:ext cx="12191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60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这个东西又有什么作用？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AE9AF83-81DB-308E-1372-0030957A85A3}"/>
              </a:ext>
            </a:extLst>
          </p:cNvPr>
          <p:cNvSpPr txBox="1"/>
          <p:nvPr/>
        </p:nvSpPr>
        <p:spPr>
          <a:xfrm>
            <a:off x="-2" y="6858000"/>
            <a:ext cx="12191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60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它是如何训练的？</a:t>
            </a:r>
          </a:p>
        </p:txBody>
      </p:sp>
    </p:spTree>
    <p:extLst>
      <p:ext uri="{BB962C8B-B14F-4D97-AF65-F5344CB8AC3E}">
        <p14:creationId xmlns:p14="http://schemas.microsoft.com/office/powerpoint/2010/main" val="288138815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50">
        <p159:morph option="byObject"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F44B2A-8DAB-1ACC-AEE8-DC78A7CD22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CB20F6B7-AD15-36ED-ECFA-9683479216C6}"/>
              </a:ext>
            </a:extLst>
          </p:cNvPr>
          <p:cNvSpPr txBox="1"/>
          <p:nvPr/>
        </p:nvSpPr>
        <p:spPr>
          <a:xfrm>
            <a:off x="1" y="1538987"/>
            <a:ext cx="12191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60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首先来看一下神经网络是个啥东西？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F334013-303D-B03E-47B9-5B039E326503}"/>
              </a:ext>
            </a:extLst>
          </p:cNvPr>
          <p:cNvSpPr txBox="1"/>
          <p:nvPr/>
        </p:nvSpPr>
        <p:spPr>
          <a:xfrm>
            <a:off x="-3" y="2921168"/>
            <a:ext cx="12191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60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这个东西又有什么作用？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981F71E-49F9-86A0-F385-50C9942FC094}"/>
              </a:ext>
            </a:extLst>
          </p:cNvPr>
          <p:cNvSpPr txBox="1"/>
          <p:nvPr/>
        </p:nvSpPr>
        <p:spPr>
          <a:xfrm>
            <a:off x="-4" y="4303349"/>
            <a:ext cx="12191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60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它是如何训练的？</a:t>
            </a: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F1C2981C-A7BC-4875-3961-6F88F38195F3}"/>
              </a:ext>
            </a:extLst>
          </p:cNvPr>
          <p:cNvSpPr/>
          <p:nvPr/>
        </p:nvSpPr>
        <p:spPr>
          <a:xfrm>
            <a:off x="5016000" y="2349000"/>
            <a:ext cx="2160000" cy="2160000"/>
          </a:xfrm>
          <a:prstGeom prst="ellipse">
            <a:avLst/>
          </a:prstGeom>
          <a:noFill/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9101105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50">
        <p159:morph option="byObjec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6" grpId="0"/>
      <p:bldP spid="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0A5C3D-162A-3735-44DD-7E0186738B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0AAA6E39-B3B2-E517-C642-36B868C97323}"/>
              </a:ext>
            </a:extLst>
          </p:cNvPr>
          <p:cNvSpPr/>
          <p:nvPr/>
        </p:nvSpPr>
        <p:spPr>
          <a:xfrm>
            <a:off x="5016000" y="2349000"/>
            <a:ext cx="2160000" cy="2160000"/>
          </a:xfrm>
          <a:prstGeom prst="ellipse">
            <a:avLst/>
          </a:prstGeom>
          <a:noFill/>
          <a:ln w="762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F932730-2669-6E95-5EE9-14095E5AF917}"/>
              </a:ext>
            </a:extLst>
          </p:cNvPr>
          <p:cNvSpPr txBox="1"/>
          <p:nvPr/>
        </p:nvSpPr>
        <p:spPr>
          <a:xfrm>
            <a:off x="0" y="156972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神经元</a:t>
            </a: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38C1EBCD-9830-3CDB-539D-9DD2C0FAFE61}"/>
              </a:ext>
            </a:extLst>
          </p:cNvPr>
          <p:cNvGrpSpPr/>
          <p:nvPr/>
        </p:nvGrpSpPr>
        <p:grpSpPr>
          <a:xfrm>
            <a:off x="1066800" y="2799000"/>
            <a:ext cx="3949200" cy="1260000"/>
            <a:chOff x="1066800" y="2799000"/>
            <a:chExt cx="3949200" cy="1260000"/>
          </a:xfrm>
        </p:grpSpPr>
        <p:cxnSp>
          <p:nvCxnSpPr>
            <p:cNvPr id="8" name="直接箭头连接符 7">
              <a:extLst>
                <a:ext uri="{FF2B5EF4-FFF2-40B4-BE49-F238E27FC236}">
                  <a16:creationId xmlns:a16="http://schemas.microsoft.com/office/drawing/2014/main" id="{8019F6E6-9969-F730-878C-684FF97E8287}"/>
                </a:ext>
              </a:extLst>
            </p:cNvPr>
            <p:cNvCxnSpPr>
              <a:cxnSpLocks/>
              <a:stCxn id="10" idx="3"/>
              <a:endCxn id="4" idx="2"/>
            </p:cNvCxnSpPr>
            <p:nvPr/>
          </p:nvCxnSpPr>
          <p:spPr>
            <a:xfrm>
              <a:off x="3226800" y="3429000"/>
              <a:ext cx="1789200" cy="0"/>
            </a:xfrm>
            <a:prstGeom prst="straightConnector1">
              <a:avLst/>
            </a:prstGeom>
            <a:ln w="76200">
              <a:solidFill>
                <a:schemeClr val="bg1"/>
              </a:solidFill>
              <a:headEnd type="oval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4F32CB76-1971-ECFA-8F44-6385590DC786}"/>
                </a:ext>
              </a:extLst>
            </p:cNvPr>
            <p:cNvSpPr/>
            <p:nvPr/>
          </p:nvSpPr>
          <p:spPr>
            <a:xfrm>
              <a:off x="1066800" y="2799000"/>
              <a:ext cx="2160000" cy="1260000"/>
            </a:xfrm>
            <a:prstGeom prst="rect">
              <a:avLst/>
            </a:prstGeom>
            <a:noFill/>
            <a:ln w="762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B2743D1B-CD9F-5FC1-CF6C-4AF67607A353}"/>
              </a:ext>
            </a:extLst>
          </p:cNvPr>
          <p:cNvGrpSpPr/>
          <p:nvPr/>
        </p:nvGrpSpPr>
        <p:grpSpPr>
          <a:xfrm>
            <a:off x="7176000" y="2799000"/>
            <a:ext cx="3949200" cy="1260000"/>
            <a:chOff x="7176000" y="2799000"/>
            <a:chExt cx="3949200" cy="1260000"/>
          </a:xfrm>
        </p:grpSpPr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6C248488-41BA-348A-FB97-69B58FEED170}"/>
                </a:ext>
              </a:extLst>
            </p:cNvPr>
            <p:cNvSpPr/>
            <p:nvPr/>
          </p:nvSpPr>
          <p:spPr>
            <a:xfrm>
              <a:off x="8965200" y="2799000"/>
              <a:ext cx="2160000" cy="1260000"/>
            </a:xfrm>
            <a:prstGeom prst="rect">
              <a:avLst/>
            </a:prstGeom>
            <a:noFill/>
            <a:ln w="762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5" name="直接箭头连接符 14">
              <a:extLst>
                <a:ext uri="{FF2B5EF4-FFF2-40B4-BE49-F238E27FC236}">
                  <a16:creationId xmlns:a16="http://schemas.microsoft.com/office/drawing/2014/main" id="{A3A4E21A-5E24-7747-22E4-5ECB8AB63004}"/>
                </a:ext>
              </a:extLst>
            </p:cNvPr>
            <p:cNvCxnSpPr>
              <a:cxnSpLocks/>
              <a:stCxn id="4" idx="6"/>
              <a:endCxn id="14" idx="1"/>
            </p:cNvCxnSpPr>
            <p:nvPr/>
          </p:nvCxnSpPr>
          <p:spPr>
            <a:xfrm>
              <a:off x="7176000" y="3429000"/>
              <a:ext cx="1789200" cy="0"/>
            </a:xfrm>
            <a:prstGeom prst="straightConnector1">
              <a:avLst/>
            </a:prstGeom>
            <a:ln w="76200">
              <a:solidFill>
                <a:schemeClr val="bg1"/>
              </a:solidFill>
              <a:headEnd type="oval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文本框 19">
            <a:extLst>
              <a:ext uri="{FF2B5EF4-FFF2-40B4-BE49-F238E27FC236}">
                <a16:creationId xmlns:a16="http://schemas.microsoft.com/office/drawing/2014/main" id="{DFAE7733-F755-26FF-96E4-B468A2DAE73F}"/>
              </a:ext>
            </a:extLst>
          </p:cNvPr>
          <p:cNvSpPr txBox="1"/>
          <p:nvPr/>
        </p:nvSpPr>
        <p:spPr>
          <a:xfrm>
            <a:off x="1290570" y="2025834"/>
            <a:ext cx="17124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Input</a:t>
            </a:r>
            <a:endParaRPr lang="zh-CN" altLang="en-US" sz="3600" b="1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77C99E83-F6F4-69D3-0D57-A44D4666041F}"/>
              </a:ext>
            </a:extLst>
          </p:cNvPr>
          <p:cNvSpPr txBox="1"/>
          <p:nvPr/>
        </p:nvSpPr>
        <p:spPr>
          <a:xfrm>
            <a:off x="9188970" y="2025834"/>
            <a:ext cx="17124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Output</a:t>
            </a:r>
            <a:endParaRPr lang="zh-CN" altLang="en-US" sz="3600" b="1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3501838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50">
        <p159:morph option="byObjec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2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2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2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50"/>
                            </p:stCondLst>
                            <p:childTnLst>
                              <p:par>
                                <p:cTn id="2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2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2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C2F839-AF2A-1EE2-C692-A396D12446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7B9D08A4-EDD0-C509-C1F5-36C380263C0B}"/>
              </a:ext>
            </a:extLst>
          </p:cNvPr>
          <p:cNvGrpSpPr/>
          <p:nvPr/>
        </p:nvGrpSpPr>
        <p:grpSpPr>
          <a:xfrm>
            <a:off x="0" y="1569720"/>
            <a:ext cx="12192000" cy="2939280"/>
            <a:chOff x="0" y="1569720"/>
            <a:chExt cx="12192000" cy="2939280"/>
          </a:xfrm>
        </p:grpSpPr>
        <p:sp>
          <p:nvSpPr>
            <p:cNvPr id="4" name="椭圆 3">
              <a:extLst>
                <a:ext uri="{FF2B5EF4-FFF2-40B4-BE49-F238E27FC236}">
                  <a16:creationId xmlns:a16="http://schemas.microsoft.com/office/drawing/2014/main" id="{EE2F2CD2-1D8F-1B73-5869-C87E34230148}"/>
                </a:ext>
              </a:extLst>
            </p:cNvPr>
            <p:cNvSpPr/>
            <p:nvPr/>
          </p:nvSpPr>
          <p:spPr>
            <a:xfrm>
              <a:off x="5016000" y="2349000"/>
              <a:ext cx="2160000" cy="2160000"/>
            </a:xfrm>
            <a:prstGeom prst="ellipse">
              <a:avLst/>
            </a:prstGeom>
            <a:noFill/>
            <a:ln w="762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774EABB6-A7E9-70BE-9EBA-942C7A9EA3B1}"/>
                </a:ext>
              </a:extLst>
            </p:cNvPr>
            <p:cNvSpPr txBox="1"/>
            <p:nvPr/>
          </p:nvSpPr>
          <p:spPr>
            <a:xfrm>
              <a:off x="0" y="1569720"/>
              <a:ext cx="121920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3600" b="1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神经元</a:t>
              </a:r>
            </a:p>
          </p:txBody>
        </p:sp>
        <p:grpSp>
          <p:nvGrpSpPr>
            <p:cNvPr id="18" name="组合 17">
              <a:extLst>
                <a:ext uri="{FF2B5EF4-FFF2-40B4-BE49-F238E27FC236}">
                  <a16:creationId xmlns:a16="http://schemas.microsoft.com/office/drawing/2014/main" id="{3FE29E5B-0752-C64B-CC5A-653153650764}"/>
                </a:ext>
              </a:extLst>
            </p:cNvPr>
            <p:cNvGrpSpPr/>
            <p:nvPr/>
          </p:nvGrpSpPr>
          <p:grpSpPr>
            <a:xfrm>
              <a:off x="1066800" y="2799000"/>
              <a:ext cx="3949200" cy="1260000"/>
              <a:chOff x="1066800" y="2799000"/>
              <a:chExt cx="3949200" cy="1260000"/>
            </a:xfrm>
          </p:grpSpPr>
          <p:cxnSp>
            <p:nvCxnSpPr>
              <p:cNvPr id="8" name="直接箭头连接符 7">
                <a:extLst>
                  <a:ext uri="{FF2B5EF4-FFF2-40B4-BE49-F238E27FC236}">
                    <a16:creationId xmlns:a16="http://schemas.microsoft.com/office/drawing/2014/main" id="{E9030DD3-DC32-4B54-7EF2-60673A252546}"/>
                  </a:ext>
                </a:extLst>
              </p:cNvPr>
              <p:cNvCxnSpPr>
                <a:cxnSpLocks/>
                <a:stCxn id="10" idx="3"/>
                <a:endCxn id="4" idx="2"/>
              </p:cNvCxnSpPr>
              <p:nvPr/>
            </p:nvCxnSpPr>
            <p:spPr>
              <a:xfrm>
                <a:off x="3226800" y="3429000"/>
                <a:ext cx="1789200" cy="0"/>
              </a:xfrm>
              <a:prstGeom prst="straightConnector1">
                <a:avLst/>
              </a:prstGeom>
              <a:ln w="76200">
                <a:solidFill>
                  <a:schemeClr val="bg1"/>
                </a:solidFill>
                <a:headEnd type="oval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F3EEFB1A-6027-16BA-CD53-ED2A5C6C01FF}"/>
                  </a:ext>
                </a:extLst>
              </p:cNvPr>
              <p:cNvSpPr/>
              <p:nvPr/>
            </p:nvSpPr>
            <p:spPr>
              <a:xfrm>
                <a:off x="1066800" y="2799000"/>
                <a:ext cx="2160000" cy="1260000"/>
              </a:xfrm>
              <a:prstGeom prst="rect">
                <a:avLst/>
              </a:prstGeom>
              <a:noFill/>
              <a:ln w="762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id="{3430992E-29E0-6A09-7BFA-FBA995E89106}"/>
                </a:ext>
              </a:extLst>
            </p:cNvPr>
            <p:cNvGrpSpPr/>
            <p:nvPr/>
          </p:nvGrpSpPr>
          <p:grpSpPr>
            <a:xfrm>
              <a:off x="7176000" y="2799000"/>
              <a:ext cx="3949200" cy="1260000"/>
              <a:chOff x="7176000" y="2799000"/>
              <a:chExt cx="3949200" cy="1260000"/>
            </a:xfrm>
          </p:grpSpPr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4759BDEB-CAA3-930D-48FC-4E147AF2A36B}"/>
                  </a:ext>
                </a:extLst>
              </p:cNvPr>
              <p:cNvSpPr/>
              <p:nvPr/>
            </p:nvSpPr>
            <p:spPr>
              <a:xfrm>
                <a:off x="8965200" y="2799000"/>
                <a:ext cx="2160000" cy="1260000"/>
              </a:xfrm>
              <a:prstGeom prst="rect">
                <a:avLst/>
              </a:prstGeom>
              <a:noFill/>
              <a:ln w="762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5" name="直接箭头连接符 14">
                <a:extLst>
                  <a:ext uri="{FF2B5EF4-FFF2-40B4-BE49-F238E27FC236}">
                    <a16:creationId xmlns:a16="http://schemas.microsoft.com/office/drawing/2014/main" id="{67EB2729-EE0E-CFA4-11BD-B157E61F8B6F}"/>
                  </a:ext>
                </a:extLst>
              </p:cNvPr>
              <p:cNvCxnSpPr>
                <a:cxnSpLocks/>
                <a:stCxn id="4" idx="6"/>
                <a:endCxn id="14" idx="1"/>
              </p:cNvCxnSpPr>
              <p:nvPr/>
            </p:nvCxnSpPr>
            <p:spPr>
              <a:xfrm>
                <a:off x="7176000" y="3429000"/>
                <a:ext cx="1789200" cy="0"/>
              </a:xfrm>
              <a:prstGeom prst="straightConnector1">
                <a:avLst/>
              </a:prstGeom>
              <a:ln w="76200">
                <a:solidFill>
                  <a:schemeClr val="bg1"/>
                </a:solidFill>
                <a:headEnd type="oval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60A1380C-D75F-3B66-1026-7547AC539569}"/>
                </a:ext>
              </a:extLst>
            </p:cNvPr>
            <p:cNvSpPr txBox="1"/>
            <p:nvPr/>
          </p:nvSpPr>
          <p:spPr>
            <a:xfrm>
              <a:off x="1290570" y="2025834"/>
              <a:ext cx="171246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600" b="1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Input</a:t>
              </a:r>
              <a:endParaRPr lang="zh-CN" altLang="en-US" sz="36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CD5A5C46-7BEC-FD38-2B17-3E8665357E4F}"/>
                </a:ext>
              </a:extLst>
            </p:cNvPr>
            <p:cNvSpPr txBox="1"/>
            <p:nvPr/>
          </p:nvSpPr>
          <p:spPr>
            <a:xfrm>
              <a:off x="9188970" y="2025834"/>
              <a:ext cx="171246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600" b="1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Output</a:t>
              </a:r>
              <a:endParaRPr lang="zh-CN" altLang="en-US" sz="36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8600227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10">
        <p159:morph option="byObject"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8D6B1D-BB34-36FB-98EC-897B89714D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组合 23">
            <a:extLst>
              <a:ext uri="{FF2B5EF4-FFF2-40B4-BE49-F238E27FC236}">
                <a16:creationId xmlns:a16="http://schemas.microsoft.com/office/drawing/2014/main" id="{F5FE7A72-8432-B3CB-6511-0EBE268A87A7}"/>
              </a:ext>
            </a:extLst>
          </p:cNvPr>
          <p:cNvGrpSpPr/>
          <p:nvPr/>
        </p:nvGrpSpPr>
        <p:grpSpPr>
          <a:xfrm>
            <a:off x="0" y="1143000"/>
            <a:ext cx="6131838" cy="1478280"/>
            <a:chOff x="0" y="1569720"/>
            <a:chExt cx="12192000" cy="2939280"/>
          </a:xfrm>
        </p:grpSpPr>
        <p:sp>
          <p:nvSpPr>
            <p:cNvPr id="4" name="椭圆 3">
              <a:extLst>
                <a:ext uri="{FF2B5EF4-FFF2-40B4-BE49-F238E27FC236}">
                  <a16:creationId xmlns:a16="http://schemas.microsoft.com/office/drawing/2014/main" id="{0D4E5678-11E5-ACEC-3E32-B6DFA981DD40}"/>
                </a:ext>
              </a:extLst>
            </p:cNvPr>
            <p:cNvSpPr/>
            <p:nvPr/>
          </p:nvSpPr>
          <p:spPr>
            <a:xfrm>
              <a:off x="5016000" y="2349000"/>
              <a:ext cx="2160000" cy="2160000"/>
            </a:xfrm>
            <a:prstGeom prst="ellipse">
              <a:avLst/>
            </a:prstGeom>
            <a:noFill/>
            <a:ln w="762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100"/>
            </a:p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5E576301-12F4-B9B8-D0BC-A52EE00108A4}"/>
                </a:ext>
              </a:extLst>
            </p:cNvPr>
            <p:cNvSpPr txBox="1"/>
            <p:nvPr/>
          </p:nvSpPr>
          <p:spPr>
            <a:xfrm>
              <a:off x="0" y="1569720"/>
              <a:ext cx="12192000" cy="7955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b="1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神经元</a:t>
              </a:r>
            </a:p>
          </p:txBody>
        </p:sp>
        <p:grpSp>
          <p:nvGrpSpPr>
            <p:cNvPr id="18" name="组合 17">
              <a:extLst>
                <a:ext uri="{FF2B5EF4-FFF2-40B4-BE49-F238E27FC236}">
                  <a16:creationId xmlns:a16="http://schemas.microsoft.com/office/drawing/2014/main" id="{8073F4E9-4F31-5E02-E011-10BD4966C312}"/>
                </a:ext>
              </a:extLst>
            </p:cNvPr>
            <p:cNvGrpSpPr/>
            <p:nvPr/>
          </p:nvGrpSpPr>
          <p:grpSpPr>
            <a:xfrm>
              <a:off x="1066800" y="2799000"/>
              <a:ext cx="3949200" cy="1260000"/>
              <a:chOff x="1066800" y="2799000"/>
              <a:chExt cx="3949200" cy="1260000"/>
            </a:xfrm>
          </p:grpSpPr>
          <p:cxnSp>
            <p:nvCxnSpPr>
              <p:cNvPr id="8" name="直接箭头连接符 7">
                <a:extLst>
                  <a:ext uri="{FF2B5EF4-FFF2-40B4-BE49-F238E27FC236}">
                    <a16:creationId xmlns:a16="http://schemas.microsoft.com/office/drawing/2014/main" id="{CC55659D-21BB-82D8-182E-A6E53560D1DD}"/>
                  </a:ext>
                </a:extLst>
              </p:cNvPr>
              <p:cNvCxnSpPr>
                <a:cxnSpLocks/>
                <a:stCxn id="10" idx="3"/>
                <a:endCxn id="4" idx="2"/>
              </p:cNvCxnSpPr>
              <p:nvPr/>
            </p:nvCxnSpPr>
            <p:spPr>
              <a:xfrm>
                <a:off x="3226800" y="3429000"/>
                <a:ext cx="1789200" cy="0"/>
              </a:xfrm>
              <a:prstGeom prst="straightConnector1">
                <a:avLst/>
              </a:prstGeom>
              <a:ln w="76200">
                <a:solidFill>
                  <a:schemeClr val="bg1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3CF2E4E6-D65F-D340-EFF0-23DBD07ADC08}"/>
                  </a:ext>
                </a:extLst>
              </p:cNvPr>
              <p:cNvSpPr/>
              <p:nvPr/>
            </p:nvSpPr>
            <p:spPr>
              <a:xfrm>
                <a:off x="1066800" y="2799000"/>
                <a:ext cx="2160000" cy="1260000"/>
              </a:xfrm>
              <a:prstGeom prst="rect">
                <a:avLst/>
              </a:prstGeom>
              <a:noFill/>
              <a:ln w="762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100"/>
              </a:p>
            </p:txBody>
          </p:sp>
        </p:grpSp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id="{CA7007CC-D67E-3C7F-F24D-097011C9195D}"/>
                </a:ext>
              </a:extLst>
            </p:cNvPr>
            <p:cNvGrpSpPr/>
            <p:nvPr/>
          </p:nvGrpSpPr>
          <p:grpSpPr>
            <a:xfrm>
              <a:off x="7176000" y="2799000"/>
              <a:ext cx="3949200" cy="1260000"/>
              <a:chOff x="7176000" y="2799000"/>
              <a:chExt cx="3949200" cy="1260000"/>
            </a:xfrm>
          </p:grpSpPr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4BABCEE0-219A-D84F-DB8D-84F16DD2D4E3}"/>
                  </a:ext>
                </a:extLst>
              </p:cNvPr>
              <p:cNvSpPr/>
              <p:nvPr/>
            </p:nvSpPr>
            <p:spPr>
              <a:xfrm>
                <a:off x="8965200" y="2799000"/>
                <a:ext cx="2160000" cy="1260000"/>
              </a:xfrm>
              <a:prstGeom prst="rect">
                <a:avLst/>
              </a:prstGeom>
              <a:noFill/>
              <a:ln w="762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100"/>
              </a:p>
            </p:txBody>
          </p:sp>
          <p:cxnSp>
            <p:nvCxnSpPr>
              <p:cNvPr id="15" name="直接箭头连接符 14">
                <a:extLst>
                  <a:ext uri="{FF2B5EF4-FFF2-40B4-BE49-F238E27FC236}">
                    <a16:creationId xmlns:a16="http://schemas.microsoft.com/office/drawing/2014/main" id="{2F8EBBF3-0C6B-540B-377B-681A58ADAEA6}"/>
                  </a:ext>
                </a:extLst>
              </p:cNvPr>
              <p:cNvCxnSpPr>
                <a:cxnSpLocks/>
                <a:stCxn id="4" idx="6"/>
                <a:endCxn id="14" idx="1"/>
              </p:cNvCxnSpPr>
              <p:nvPr/>
            </p:nvCxnSpPr>
            <p:spPr>
              <a:xfrm>
                <a:off x="7176000" y="3429000"/>
                <a:ext cx="1789200" cy="0"/>
              </a:xfrm>
              <a:prstGeom prst="straightConnector1">
                <a:avLst/>
              </a:prstGeom>
              <a:ln w="76200">
                <a:solidFill>
                  <a:schemeClr val="bg1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D57153B9-8326-9420-B52C-68894424E939}"/>
                </a:ext>
              </a:extLst>
            </p:cNvPr>
            <p:cNvSpPr txBox="1"/>
            <p:nvPr/>
          </p:nvSpPr>
          <p:spPr>
            <a:xfrm>
              <a:off x="1290569" y="2025833"/>
              <a:ext cx="1712461" cy="7955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000" b="1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Input</a:t>
              </a:r>
              <a:endParaRPr lang="zh-CN" altLang="en-US" sz="20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54023491-478B-DDEE-30B3-FC1E9A7E175B}"/>
                </a:ext>
              </a:extLst>
            </p:cNvPr>
            <p:cNvSpPr txBox="1"/>
            <p:nvPr/>
          </p:nvSpPr>
          <p:spPr>
            <a:xfrm>
              <a:off x="9188971" y="2025833"/>
              <a:ext cx="1936229" cy="7955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000" b="1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Output</a:t>
              </a:r>
              <a:endParaRPr lang="zh-CN" altLang="en-US" sz="20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2292659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50">
        <p159:morph option="byObject"/>
      </p:transition>
    </mc:Choice>
    <mc:Fallback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782B00-4050-DFD6-280D-07BDF02936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组合 23">
            <a:extLst>
              <a:ext uri="{FF2B5EF4-FFF2-40B4-BE49-F238E27FC236}">
                <a16:creationId xmlns:a16="http://schemas.microsoft.com/office/drawing/2014/main" id="{1DB0A253-7943-FB08-2798-A092B06B207D}"/>
              </a:ext>
            </a:extLst>
          </p:cNvPr>
          <p:cNvGrpSpPr/>
          <p:nvPr/>
        </p:nvGrpSpPr>
        <p:grpSpPr>
          <a:xfrm>
            <a:off x="-35838" y="2474082"/>
            <a:ext cx="6131838" cy="1478280"/>
            <a:chOff x="0" y="1569720"/>
            <a:chExt cx="12192000" cy="2939280"/>
          </a:xfrm>
        </p:grpSpPr>
        <p:sp>
          <p:nvSpPr>
            <p:cNvPr id="4" name="椭圆 3">
              <a:extLst>
                <a:ext uri="{FF2B5EF4-FFF2-40B4-BE49-F238E27FC236}">
                  <a16:creationId xmlns:a16="http://schemas.microsoft.com/office/drawing/2014/main" id="{0BEF4A7B-13E1-DA64-A681-1BF55BF02E99}"/>
                </a:ext>
              </a:extLst>
            </p:cNvPr>
            <p:cNvSpPr/>
            <p:nvPr/>
          </p:nvSpPr>
          <p:spPr>
            <a:xfrm>
              <a:off x="5016000" y="2349000"/>
              <a:ext cx="2160000" cy="2160000"/>
            </a:xfrm>
            <a:prstGeom prst="ellipse">
              <a:avLst/>
            </a:prstGeom>
            <a:noFill/>
            <a:ln w="762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1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BD64D089-6521-4C92-67E0-8CF46AB2B48C}"/>
                </a:ext>
              </a:extLst>
            </p:cNvPr>
            <p:cNvSpPr txBox="1"/>
            <p:nvPr/>
          </p:nvSpPr>
          <p:spPr>
            <a:xfrm>
              <a:off x="0" y="1569720"/>
              <a:ext cx="12192000" cy="7955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神经元</a:t>
              </a:r>
            </a:p>
          </p:txBody>
        </p:sp>
        <p:grpSp>
          <p:nvGrpSpPr>
            <p:cNvPr id="18" name="组合 17">
              <a:extLst>
                <a:ext uri="{FF2B5EF4-FFF2-40B4-BE49-F238E27FC236}">
                  <a16:creationId xmlns:a16="http://schemas.microsoft.com/office/drawing/2014/main" id="{F86061E5-111D-624B-A630-37ADE86FC5A7}"/>
                </a:ext>
              </a:extLst>
            </p:cNvPr>
            <p:cNvGrpSpPr/>
            <p:nvPr/>
          </p:nvGrpSpPr>
          <p:grpSpPr>
            <a:xfrm>
              <a:off x="1066800" y="2799000"/>
              <a:ext cx="3949200" cy="1260000"/>
              <a:chOff x="1066800" y="2799000"/>
              <a:chExt cx="3949200" cy="1260000"/>
            </a:xfrm>
          </p:grpSpPr>
          <p:cxnSp>
            <p:nvCxnSpPr>
              <p:cNvPr id="8" name="直接箭头连接符 7">
                <a:extLst>
                  <a:ext uri="{FF2B5EF4-FFF2-40B4-BE49-F238E27FC236}">
                    <a16:creationId xmlns:a16="http://schemas.microsoft.com/office/drawing/2014/main" id="{52EF6FC6-B444-BCD8-7A21-D930E95C566D}"/>
                  </a:ext>
                </a:extLst>
              </p:cNvPr>
              <p:cNvCxnSpPr>
                <a:cxnSpLocks/>
                <a:stCxn id="10" idx="3"/>
                <a:endCxn id="4" idx="2"/>
              </p:cNvCxnSpPr>
              <p:nvPr/>
            </p:nvCxnSpPr>
            <p:spPr>
              <a:xfrm>
                <a:off x="3226800" y="3429000"/>
                <a:ext cx="1789200" cy="0"/>
              </a:xfrm>
              <a:prstGeom prst="straightConnector1">
                <a:avLst/>
              </a:prstGeom>
              <a:ln w="76200">
                <a:solidFill>
                  <a:schemeClr val="bg1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19580DA6-8167-C861-1FFF-DC5FBB4EED16}"/>
                  </a:ext>
                </a:extLst>
              </p:cNvPr>
              <p:cNvSpPr/>
              <p:nvPr/>
            </p:nvSpPr>
            <p:spPr>
              <a:xfrm>
                <a:off x="1066800" y="2799000"/>
                <a:ext cx="2160000" cy="1260000"/>
              </a:xfrm>
              <a:prstGeom prst="rect">
                <a:avLst/>
              </a:prstGeom>
              <a:noFill/>
              <a:ln w="76200">
                <a:solidFill>
                  <a:schemeClr val="accent6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id="{FFF4E81A-CEBB-B61B-0219-C5B7AAE6C8A8}"/>
                </a:ext>
              </a:extLst>
            </p:cNvPr>
            <p:cNvGrpSpPr/>
            <p:nvPr/>
          </p:nvGrpSpPr>
          <p:grpSpPr>
            <a:xfrm>
              <a:off x="7176000" y="2799000"/>
              <a:ext cx="3949200" cy="1260000"/>
              <a:chOff x="7176000" y="2799000"/>
              <a:chExt cx="3949200" cy="1260000"/>
            </a:xfrm>
          </p:grpSpPr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D1205D40-F0D4-6AEC-8060-542AA4BF7AFE}"/>
                  </a:ext>
                </a:extLst>
              </p:cNvPr>
              <p:cNvSpPr/>
              <p:nvPr/>
            </p:nvSpPr>
            <p:spPr>
              <a:xfrm>
                <a:off x="8965200" y="2799000"/>
                <a:ext cx="2160000" cy="1260000"/>
              </a:xfrm>
              <a:prstGeom prst="rect">
                <a:avLst/>
              </a:prstGeom>
              <a:noFill/>
              <a:ln w="762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15" name="直接箭头连接符 14">
                <a:extLst>
                  <a:ext uri="{FF2B5EF4-FFF2-40B4-BE49-F238E27FC236}">
                    <a16:creationId xmlns:a16="http://schemas.microsoft.com/office/drawing/2014/main" id="{FDBFDF4D-7BE3-F53A-D0BD-19F8CB85F732}"/>
                  </a:ext>
                </a:extLst>
              </p:cNvPr>
              <p:cNvCxnSpPr>
                <a:cxnSpLocks/>
                <a:stCxn id="4" idx="6"/>
                <a:endCxn id="14" idx="1"/>
              </p:cNvCxnSpPr>
              <p:nvPr/>
            </p:nvCxnSpPr>
            <p:spPr>
              <a:xfrm>
                <a:off x="7176000" y="3429000"/>
                <a:ext cx="1789200" cy="0"/>
              </a:xfrm>
              <a:prstGeom prst="straightConnector1">
                <a:avLst/>
              </a:prstGeom>
              <a:ln w="76200">
                <a:solidFill>
                  <a:schemeClr val="bg1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A7755B48-8391-DEAF-CD57-0AE70F352166}"/>
                </a:ext>
              </a:extLst>
            </p:cNvPr>
            <p:cNvSpPr txBox="1"/>
            <p:nvPr/>
          </p:nvSpPr>
          <p:spPr>
            <a:xfrm>
              <a:off x="1290569" y="2025833"/>
              <a:ext cx="1712461" cy="7955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0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Input</a:t>
              </a:r>
              <a:endParaRPr lang="zh-CN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BCD0537F-0F7B-129D-A5AE-EB494A61316F}"/>
                </a:ext>
              </a:extLst>
            </p:cNvPr>
            <p:cNvSpPr txBox="1"/>
            <p:nvPr/>
          </p:nvSpPr>
          <p:spPr>
            <a:xfrm>
              <a:off x="9188971" y="2025833"/>
              <a:ext cx="1936229" cy="7955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0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Output</a:t>
              </a:r>
              <a:endParaRPr lang="zh-CN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19742F1F-3FDB-8E43-4A0B-F0BFA564C5A8}"/>
              </a:ext>
            </a:extLst>
          </p:cNvPr>
          <p:cNvSpPr/>
          <p:nvPr/>
        </p:nvSpPr>
        <p:spPr>
          <a:xfrm>
            <a:off x="6495163" y="498806"/>
            <a:ext cx="5380855" cy="5971442"/>
          </a:xfrm>
          <a:prstGeom prst="roundRect">
            <a:avLst/>
          </a:prstGeom>
          <a:noFill/>
          <a:ln w="7620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C835DA2-0EF4-5969-962E-5EAAC525C0EC}"/>
              </a:ext>
            </a:extLst>
          </p:cNvPr>
          <p:cNvSpPr txBox="1"/>
          <p:nvPr/>
        </p:nvSpPr>
        <p:spPr>
          <a:xfrm>
            <a:off x="8555651" y="498806"/>
            <a:ext cx="12598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Input</a:t>
            </a:r>
            <a:endParaRPr lang="zh-CN" altLang="en-US" sz="360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0EA2AF0-875B-1CA2-E335-0B7C00F4CD9D}"/>
              </a:ext>
            </a:extLst>
          </p:cNvPr>
          <p:cNvSpPr txBox="1"/>
          <p:nvPr/>
        </p:nvSpPr>
        <p:spPr>
          <a:xfrm>
            <a:off x="6495161" y="1197223"/>
            <a:ext cx="53808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感觉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228C011-A3AB-4BBF-853B-6417578AC02A}"/>
              </a:ext>
            </a:extLst>
          </p:cNvPr>
          <p:cNvSpPr txBox="1"/>
          <p:nvPr/>
        </p:nvSpPr>
        <p:spPr>
          <a:xfrm>
            <a:off x="6495161" y="1895640"/>
            <a:ext cx="53808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味觉，嗅觉，视觉</a:t>
            </a:r>
            <a:r>
              <a:rPr lang="en-US" altLang="zh-CN" sz="36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······</a:t>
            </a:r>
            <a:endParaRPr lang="zh-CN" altLang="en-US" sz="360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4BAAD22-6080-0DAF-26CC-236415D8BE14}"/>
              </a:ext>
            </a:extLst>
          </p:cNvPr>
          <p:cNvSpPr txBox="1"/>
          <p:nvPr/>
        </p:nvSpPr>
        <p:spPr>
          <a:xfrm>
            <a:off x="10349530" y="498806"/>
            <a:ext cx="53808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视觉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7764110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50">
        <p159:morph option="byObjec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2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2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2" grpId="0"/>
      <p:bldP spid="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3FD303-FB24-4BDD-6097-74CB661799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组合 23">
            <a:extLst>
              <a:ext uri="{FF2B5EF4-FFF2-40B4-BE49-F238E27FC236}">
                <a16:creationId xmlns:a16="http://schemas.microsoft.com/office/drawing/2014/main" id="{ECD623AA-982C-3B8D-1DAA-91EF3194DAC6}"/>
              </a:ext>
            </a:extLst>
          </p:cNvPr>
          <p:cNvGrpSpPr/>
          <p:nvPr/>
        </p:nvGrpSpPr>
        <p:grpSpPr>
          <a:xfrm>
            <a:off x="-35838" y="2474082"/>
            <a:ext cx="6131838" cy="1478280"/>
            <a:chOff x="0" y="1569720"/>
            <a:chExt cx="12192000" cy="2939280"/>
          </a:xfrm>
        </p:grpSpPr>
        <p:sp>
          <p:nvSpPr>
            <p:cNvPr id="4" name="椭圆 3">
              <a:extLst>
                <a:ext uri="{FF2B5EF4-FFF2-40B4-BE49-F238E27FC236}">
                  <a16:creationId xmlns:a16="http://schemas.microsoft.com/office/drawing/2014/main" id="{7CDA69ED-E9B9-04AF-6CF3-2CAAC6F676DA}"/>
                </a:ext>
              </a:extLst>
            </p:cNvPr>
            <p:cNvSpPr/>
            <p:nvPr/>
          </p:nvSpPr>
          <p:spPr>
            <a:xfrm>
              <a:off x="5016000" y="2349000"/>
              <a:ext cx="2160000" cy="2160000"/>
            </a:xfrm>
            <a:prstGeom prst="ellipse">
              <a:avLst/>
            </a:prstGeom>
            <a:noFill/>
            <a:ln w="762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1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36987330-2EE0-1F6A-725E-1C5E06BA82B5}"/>
                </a:ext>
              </a:extLst>
            </p:cNvPr>
            <p:cNvSpPr txBox="1"/>
            <p:nvPr/>
          </p:nvSpPr>
          <p:spPr>
            <a:xfrm>
              <a:off x="0" y="1569720"/>
              <a:ext cx="12192000" cy="7955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神经元</a:t>
              </a:r>
            </a:p>
          </p:txBody>
        </p:sp>
        <p:grpSp>
          <p:nvGrpSpPr>
            <p:cNvPr id="18" name="组合 17">
              <a:extLst>
                <a:ext uri="{FF2B5EF4-FFF2-40B4-BE49-F238E27FC236}">
                  <a16:creationId xmlns:a16="http://schemas.microsoft.com/office/drawing/2014/main" id="{061B866C-899F-AD6B-0D17-DA80C4832478}"/>
                </a:ext>
              </a:extLst>
            </p:cNvPr>
            <p:cNvGrpSpPr/>
            <p:nvPr/>
          </p:nvGrpSpPr>
          <p:grpSpPr>
            <a:xfrm>
              <a:off x="1066800" y="2799000"/>
              <a:ext cx="3949200" cy="1260000"/>
              <a:chOff x="1066800" y="2799000"/>
              <a:chExt cx="3949200" cy="1260000"/>
            </a:xfrm>
          </p:grpSpPr>
          <p:cxnSp>
            <p:nvCxnSpPr>
              <p:cNvPr id="8" name="直接箭头连接符 7">
                <a:extLst>
                  <a:ext uri="{FF2B5EF4-FFF2-40B4-BE49-F238E27FC236}">
                    <a16:creationId xmlns:a16="http://schemas.microsoft.com/office/drawing/2014/main" id="{A5E3D314-AEFE-2A31-B3EC-16B2D9009AA9}"/>
                  </a:ext>
                </a:extLst>
              </p:cNvPr>
              <p:cNvCxnSpPr>
                <a:cxnSpLocks/>
                <a:stCxn id="10" idx="3"/>
                <a:endCxn id="4" idx="2"/>
              </p:cNvCxnSpPr>
              <p:nvPr/>
            </p:nvCxnSpPr>
            <p:spPr>
              <a:xfrm>
                <a:off x="3226800" y="3429000"/>
                <a:ext cx="1789200" cy="0"/>
              </a:xfrm>
              <a:prstGeom prst="straightConnector1">
                <a:avLst/>
              </a:prstGeom>
              <a:ln w="76200">
                <a:solidFill>
                  <a:schemeClr val="bg1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6AA5FA15-A166-EE95-C1A0-7B40ADB1892D}"/>
                  </a:ext>
                </a:extLst>
              </p:cNvPr>
              <p:cNvSpPr/>
              <p:nvPr/>
            </p:nvSpPr>
            <p:spPr>
              <a:xfrm>
                <a:off x="1066800" y="2799000"/>
                <a:ext cx="2160000" cy="1260000"/>
              </a:xfrm>
              <a:prstGeom prst="rect">
                <a:avLst/>
              </a:prstGeom>
              <a:noFill/>
              <a:ln w="76200">
                <a:solidFill>
                  <a:schemeClr val="accent6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id="{9B1D5A2F-5E3E-F7A4-CB68-B62AE78158E9}"/>
                </a:ext>
              </a:extLst>
            </p:cNvPr>
            <p:cNvGrpSpPr/>
            <p:nvPr/>
          </p:nvGrpSpPr>
          <p:grpSpPr>
            <a:xfrm>
              <a:off x="7176000" y="2799000"/>
              <a:ext cx="3949200" cy="1260000"/>
              <a:chOff x="7176000" y="2799000"/>
              <a:chExt cx="3949200" cy="1260000"/>
            </a:xfrm>
          </p:grpSpPr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EF7A85F0-EE9A-03DA-CF08-F21F7A53E1AA}"/>
                  </a:ext>
                </a:extLst>
              </p:cNvPr>
              <p:cNvSpPr/>
              <p:nvPr/>
            </p:nvSpPr>
            <p:spPr>
              <a:xfrm>
                <a:off x="8965200" y="2799000"/>
                <a:ext cx="2160000" cy="1260000"/>
              </a:xfrm>
              <a:prstGeom prst="rect">
                <a:avLst/>
              </a:prstGeom>
              <a:noFill/>
              <a:ln w="762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15" name="直接箭头连接符 14">
                <a:extLst>
                  <a:ext uri="{FF2B5EF4-FFF2-40B4-BE49-F238E27FC236}">
                    <a16:creationId xmlns:a16="http://schemas.microsoft.com/office/drawing/2014/main" id="{FC149D7B-8AEC-9D0C-C4D8-6AEC9A7C2065}"/>
                  </a:ext>
                </a:extLst>
              </p:cNvPr>
              <p:cNvCxnSpPr>
                <a:cxnSpLocks/>
                <a:stCxn id="4" idx="6"/>
                <a:endCxn id="14" idx="1"/>
              </p:cNvCxnSpPr>
              <p:nvPr/>
            </p:nvCxnSpPr>
            <p:spPr>
              <a:xfrm>
                <a:off x="7176000" y="3429000"/>
                <a:ext cx="1789200" cy="0"/>
              </a:xfrm>
              <a:prstGeom prst="straightConnector1">
                <a:avLst/>
              </a:prstGeom>
              <a:ln w="76200">
                <a:solidFill>
                  <a:schemeClr val="bg1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B5724EF6-C098-7ABD-9C3B-AF597DD0368F}"/>
                </a:ext>
              </a:extLst>
            </p:cNvPr>
            <p:cNvSpPr txBox="1"/>
            <p:nvPr/>
          </p:nvSpPr>
          <p:spPr>
            <a:xfrm>
              <a:off x="1290569" y="2025833"/>
              <a:ext cx="1712461" cy="7955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0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Input</a:t>
              </a:r>
              <a:endParaRPr lang="zh-CN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1170D625-6D43-D898-CBC7-2CE02EEC97B9}"/>
                </a:ext>
              </a:extLst>
            </p:cNvPr>
            <p:cNvSpPr txBox="1"/>
            <p:nvPr/>
          </p:nvSpPr>
          <p:spPr>
            <a:xfrm>
              <a:off x="9188971" y="2025833"/>
              <a:ext cx="1936229" cy="7955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0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Output</a:t>
              </a:r>
              <a:endParaRPr lang="zh-CN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83D26267-A5BA-DB65-1EC5-8DFD0505621E}"/>
              </a:ext>
            </a:extLst>
          </p:cNvPr>
          <p:cNvSpPr/>
          <p:nvPr/>
        </p:nvSpPr>
        <p:spPr>
          <a:xfrm>
            <a:off x="6495163" y="498806"/>
            <a:ext cx="5380855" cy="5971442"/>
          </a:xfrm>
          <a:prstGeom prst="roundRect">
            <a:avLst/>
          </a:prstGeom>
          <a:noFill/>
          <a:ln w="7620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01A5813-A3EF-1B79-71F4-8B3313601222}"/>
              </a:ext>
            </a:extLst>
          </p:cNvPr>
          <p:cNvSpPr txBox="1"/>
          <p:nvPr/>
        </p:nvSpPr>
        <p:spPr>
          <a:xfrm>
            <a:off x="8555651" y="-2117072"/>
            <a:ext cx="12598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Input</a:t>
            </a:r>
            <a:endParaRPr lang="zh-CN" altLang="en-US" sz="360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9CF8DD0-962E-0E9E-310E-46CE216011F8}"/>
              </a:ext>
            </a:extLst>
          </p:cNvPr>
          <p:cNvSpPr txBox="1"/>
          <p:nvPr/>
        </p:nvSpPr>
        <p:spPr>
          <a:xfrm>
            <a:off x="6495161" y="-1418655"/>
            <a:ext cx="53808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感觉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871C4F5-1FC5-1163-1156-36D9DE55B632}"/>
              </a:ext>
            </a:extLst>
          </p:cNvPr>
          <p:cNvSpPr txBox="1"/>
          <p:nvPr/>
        </p:nvSpPr>
        <p:spPr>
          <a:xfrm>
            <a:off x="6495161" y="-720238"/>
            <a:ext cx="53808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味觉，嗅觉，视觉</a:t>
            </a:r>
            <a:r>
              <a:rPr lang="en-US" altLang="zh-CN" sz="36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······</a:t>
            </a:r>
            <a:endParaRPr lang="zh-CN" altLang="en-US" sz="360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0FEAB5A-1610-611A-CAC1-36F6A7C390A6}"/>
              </a:ext>
            </a:extLst>
          </p:cNvPr>
          <p:cNvSpPr txBox="1"/>
          <p:nvPr/>
        </p:nvSpPr>
        <p:spPr>
          <a:xfrm>
            <a:off x="6495160" y="550892"/>
            <a:ext cx="53808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视觉</a:t>
            </a:r>
          </a:p>
        </p:txBody>
      </p:sp>
      <p:pic>
        <p:nvPicPr>
          <p:cNvPr id="12" name="图形 11" descr="眼睛">
            <a:extLst>
              <a:ext uri="{FF2B5EF4-FFF2-40B4-BE49-F238E27FC236}">
                <a16:creationId xmlns:a16="http://schemas.microsoft.com/office/drawing/2014/main" id="{320F6332-7F9D-B9CD-3C8E-0C67C3F50C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22032" y="1249309"/>
            <a:ext cx="1527109" cy="1527109"/>
          </a:xfrm>
          <a:prstGeom prst="rect">
            <a:avLst/>
          </a:prstGeom>
        </p:spPr>
      </p:pic>
      <p:pic>
        <p:nvPicPr>
          <p:cNvPr id="16" name="图形 15" descr="图像">
            <a:extLst>
              <a:ext uri="{FF2B5EF4-FFF2-40B4-BE49-F238E27FC236}">
                <a16:creationId xmlns:a16="http://schemas.microsoft.com/office/drawing/2014/main" id="{8BAB267A-5DD9-9A57-A8BD-2533F30D73E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716820" y="2235705"/>
            <a:ext cx="2980668" cy="298066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07115450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50">
        <p159:morph option="byObjec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11F727-0FE1-560B-A8F1-526AF32E83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组合 23">
            <a:extLst>
              <a:ext uri="{FF2B5EF4-FFF2-40B4-BE49-F238E27FC236}">
                <a16:creationId xmlns:a16="http://schemas.microsoft.com/office/drawing/2014/main" id="{84B10AA5-16FB-ACDD-7FCA-045DD0B69B65}"/>
              </a:ext>
            </a:extLst>
          </p:cNvPr>
          <p:cNvGrpSpPr/>
          <p:nvPr/>
        </p:nvGrpSpPr>
        <p:grpSpPr>
          <a:xfrm>
            <a:off x="-35838" y="2474082"/>
            <a:ext cx="6131838" cy="1478280"/>
            <a:chOff x="0" y="1569720"/>
            <a:chExt cx="12192000" cy="2939280"/>
          </a:xfrm>
        </p:grpSpPr>
        <p:sp>
          <p:nvSpPr>
            <p:cNvPr id="4" name="椭圆 3">
              <a:extLst>
                <a:ext uri="{FF2B5EF4-FFF2-40B4-BE49-F238E27FC236}">
                  <a16:creationId xmlns:a16="http://schemas.microsoft.com/office/drawing/2014/main" id="{4DA86DD4-ECF3-EDC9-1107-30F157389956}"/>
                </a:ext>
              </a:extLst>
            </p:cNvPr>
            <p:cNvSpPr/>
            <p:nvPr/>
          </p:nvSpPr>
          <p:spPr>
            <a:xfrm>
              <a:off x="5016000" y="2349000"/>
              <a:ext cx="2160000" cy="2160000"/>
            </a:xfrm>
            <a:prstGeom prst="ellipse">
              <a:avLst/>
            </a:prstGeom>
            <a:noFill/>
            <a:ln w="762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1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866F4866-A55D-0799-CC2B-F4B8708D172D}"/>
                </a:ext>
              </a:extLst>
            </p:cNvPr>
            <p:cNvSpPr txBox="1"/>
            <p:nvPr/>
          </p:nvSpPr>
          <p:spPr>
            <a:xfrm>
              <a:off x="0" y="1569720"/>
              <a:ext cx="12192000" cy="7955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神经元</a:t>
              </a:r>
            </a:p>
          </p:txBody>
        </p:sp>
        <p:grpSp>
          <p:nvGrpSpPr>
            <p:cNvPr id="18" name="组合 17">
              <a:extLst>
                <a:ext uri="{FF2B5EF4-FFF2-40B4-BE49-F238E27FC236}">
                  <a16:creationId xmlns:a16="http://schemas.microsoft.com/office/drawing/2014/main" id="{511D4BAC-A965-8E6F-3862-D4310A07AAF8}"/>
                </a:ext>
              </a:extLst>
            </p:cNvPr>
            <p:cNvGrpSpPr/>
            <p:nvPr/>
          </p:nvGrpSpPr>
          <p:grpSpPr>
            <a:xfrm>
              <a:off x="1066800" y="2799000"/>
              <a:ext cx="3949200" cy="1260000"/>
              <a:chOff x="1066800" y="2799000"/>
              <a:chExt cx="3949200" cy="1260000"/>
            </a:xfrm>
          </p:grpSpPr>
          <p:cxnSp>
            <p:nvCxnSpPr>
              <p:cNvPr id="8" name="直接箭头连接符 7">
                <a:extLst>
                  <a:ext uri="{FF2B5EF4-FFF2-40B4-BE49-F238E27FC236}">
                    <a16:creationId xmlns:a16="http://schemas.microsoft.com/office/drawing/2014/main" id="{B186EF50-E8B8-C7AB-81BC-3D5198370C10}"/>
                  </a:ext>
                </a:extLst>
              </p:cNvPr>
              <p:cNvCxnSpPr>
                <a:cxnSpLocks/>
                <a:stCxn id="10" idx="3"/>
                <a:endCxn id="4" idx="2"/>
              </p:cNvCxnSpPr>
              <p:nvPr/>
            </p:nvCxnSpPr>
            <p:spPr>
              <a:xfrm>
                <a:off x="3226800" y="3429000"/>
                <a:ext cx="1789200" cy="0"/>
              </a:xfrm>
              <a:prstGeom prst="straightConnector1">
                <a:avLst/>
              </a:prstGeom>
              <a:ln w="76200">
                <a:solidFill>
                  <a:schemeClr val="bg1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0067584E-3206-F7EC-CCFC-C4A32C3CCFFA}"/>
                  </a:ext>
                </a:extLst>
              </p:cNvPr>
              <p:cNvSpPr/>
              <p:nvPr/>
            </p:nvSpPr>
            <p:spPr>
              <a:xfrm>
                <a:off x="1066800" y="2799000"/>
                <a:ext cx="2160000" cy="1260000"/>
              </a:xfrm>
              <a:prstGeom prst="rect">
                <a:avLst/>
              </a:prstGeom>
              <a:noFill/>
              <a:ln w="76200">
                <a:solidFill>
                  <a:schemeClr val="accent6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id="{FCAA0E2E-267E-89CD-66FF-142E94B61400}"/>
                </a:ext>
              </a:extLst>
            </p:cNvPr>
            <p:cNvGrpSpPr/>
            <p:nvPr/>
          </p:nvGrpSpPr>
          <p:grpSpPr>
            <a:xfrm>
              <a:off x="7176000" y="2799000"/>
              <a:ext cx="3949200" cy="1260000"/>
              <a:chOff x="7176000" y="2799000"/>
              <a:chExt cx="3949200" cy="1260000"/>
            </a:xfrm>
          </p:grpSpPr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0A7B6D39-9D68-61D4-BDE2-3DC455D4F313}"/>
                  </a:ext>
                </a:extLst>
              </p:cNvPr>
              <p:cNvSpPr/>
              <p:nvPr/>
            </p:nvSpPr>
            <p:spPr>
              <a:xfrm>
                <a:off x="8965200" y="2799000"/>
                <a:ext cx="2160000" cy="1260000"/>
              </a:xfrm>
              <a:prstGeom prst="rect">
                <a:avLst/>
              </a:prstGeom>
              <a:noFill/>
              <a:ln w="762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15" name="直接箭头连接符 14">
                <a:extLst>
                  <a:ext uri="{FF2B5EF4-FFF2-40B4-BE49-F238E27FC236}">
                    <a16:creationId xmlns:a16="http://schemas.microsoft.com/office/drawing/2014/main" id="{B7F26382-EDD3-2D71-0BCF-AE8E2E68E5EA}"/>
                  </a:ext>
                </a:extLst>
              </p:cNvPr>
              <p:cNvCxnSpPr>
                <a:cxnSpLocks/>
                <a:stCxn id="4" idx="6"/>
                <a:endCxn id="14" idx="1"/>
              </p:cNvCxnSpPr>
              <p:nvPr/>
            </p:nvCxnSpPr>
            <p:spPr>
              <a:xfrm>
                <a:off x="7176000" y="3429000"/>
                <a:ext cx="1789200" cy="0"/>
              </a:xfrm>
              <a:prstGeom prst="straightConnector1">
                <a:avLst/>
              </a:prstGeom>
              <a:ln w="76200">
                <a:solidFill>
                  <a:schemeClr val="bg1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A868DFFD-D9D2-6FFE-9F4A-60CE72C0C6B6}"/>
                </a:ext>
              </a:extLst>
            </p:cNvPr>
            <p:cNvSpPr txBox="1"/>
            <p:nvPr/>
          </p:nvSpPr>
          <p:spPr>
            <a:xfrm>
              <a:off x="1290569" y="2025833"/>
              <a:ext cx="1712461" cy="7955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0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Input</a:t>
              </a:r>
              <a:endParaRPr lang="zh-CN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9E3446E9-E46F-7D94-643A-2C9C54BFFD8B}"/>
                </a:ext>
              </a:extLst>
            </p:cNvPr>
            <p:cNvSpPr txBox="1"/>
            <p:nvPr/>
          </p:nvSpPr>
          <p:spPr>
            <a:xfrm>
              <a:off x="9188971" y="2025833"/>
              <a:ext cx="1936229" cy="7955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0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Output</a:t>
              </a:r>
              <a:endParaRPr lang="zh-CN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CC130CE2-60EB-1BA7-EAE9-FF9CD0E0C4A9}"/>
              </a:ext>
            </a:extLst>
          </p:cNvPr>
          <p:cNvSpPr/>
          <p:nvPr/>
        </p:nvSpPr>
        <p:spPr>
          <a:xfrm>
            <a:off x="6495163" y="498806"/>
            <a:ext cx="5380855" cy="5971442"/>
          </a:xfrm>
          <a:prstGeom prst="roundRect">
            <a:avLst/>
          </a:prstGeom>
          <a:noFill/>
          <a:ln w="7620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1735606-5315-5622-653C-B1944C245354}"/>
              </a:ext>
            </a:extLst>
          </p:cNvPr>
          <p:cNvSpPr txBox="1"/>
          <p:nvPr/>
        </p:nvSpPr>
        <p:spPr>
          <a:xfrm>
            <a:off x="8555651" y="-2117072"/>
            <a:ext cx="12598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Input</a:t>
            </a:r>
            <a:endParaRPr lang="zh-CN" altLang="en-US" sz="360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ACE93CA-8264-DBCF-6EC9-203483898695}"/>
              </a:ext>
            </a:extLst>
          </p:cNvPr>
          <p:cNvSpPr txBox="1"/>
          <p:nvPr/>
        </p:nvSpPr>
        <p:spPr>
          <a:xfrm>
            <a:off x="6495161" y="-1418655"/>
            <a:ext cx="53808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感觉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F5C4E02-2A02-29EA-A89F-A9EA4A33320E}"/>
              </a:ext>
            </a:extLst>
          </p:cNvPr>
          <p:cNvSpPr txBox="1"/>
          <p:nvPr/>
        </p:nvSpPr>
        <p:spPr>
          <a:xfrm>
            <a:off x="6495159" y="-757048"/>
            <a:ext cx="53808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味觉，嗅觉，视觉</a:t>
            </a:r>
            <a:r>
              <a:rPr lang="en-US" altLang="zh-CN" sz="36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······</a:t>
            </a:r>
            <a:endParaRPr lang="zh-CN" altLang="en-US" sz="360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206E11F-DB03-5296-1735-27C5918B2BA6}"/>
              </a:ext>
            </a:extLst>
          </p:cNvPr>
          <p:cNvSpPr txBox="1"/>
          <p:nvPr/>
        </p:nvSpPr>
        <p:spPr>
          <a:xfrm>
            <a:off x="6495160" y="550892"/>
            <a:ext cx="53808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视觉</a:t>
            </a:r>
          </a:p>
        </p:txBody>
      </p:sp>
      <p:pic>
        <p:nvPicPr>
          <p:cNvPr id="12" name="!!eye" descr="眼睛">
            <a:extLst>
              <a:ext uri="{FF2B5EF4-FFF2-40B4-BE49-F238E27FC236}">
                <a16:creationId xmlns:a16="http://schemas.microsoft.com/office/drawing/2014/main" id="{E73E6C4B-B0A0-3981-C189-42C58C59D5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43599" y="878072"/>
            <a:ext cx="1527109" cy="1527109"/>
          </a:xfrm>
          <a:prstGeom prst="rect">
            <a:avLst/>
          </a:prstGeom>
        </p:spPr>
      </p:pic>
      <p:pic>
        <p:nvPicPr>
          <p:cNvPr id="16" name="图形 15" descr="图像">
            <a:extLst>
              <a:ext uri="{FF2B5EF4-FFF2-40B4-BE49-F238E27FC236}">
                <a16:creationId xmlns:a16="http://schemas.microsoft.com/office/drawing/2014/main" id="{5E116F63-D78D-311C-74B0-03EB620DDAF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84409" y="1936839"/>
            <a:ext cx="2333499" cy="2333499"/>
          </a:xfrm>
          <a:prstGeom prst="rect">
            <a:avLst/>
          </a:prstGeom>
        </p:spPr>
      </p:pic>
      <p:sp>
        <p:nvSpPr>
          <p:cNvPr id="17" name="矩形 16">
            <a:extLst>
              <a:ext uri="{FF2B5EF4-FFF2-40B4-BE49-F238E27FC236}">
                <a16:creationId xmlns:a16="http://schemas.microsoft.com/office/drawing/2014/main" id="{12838ECD-3488-A357-4498-5C04EAEE2BDA}"/>
              </a:ext>
            </a:extLst>
          </p:cNvPr>
          <p:cNvSpPr/>
          <p:nvPr/>
        </p:nvSpPr>
        <p:spPr>
          <a:xfrm>
            <a:off x="9299214" y="2251720"/>
            <a:ext cx="2279546" cy="1681229"/>
          </a:xfrm>
          <a:prstGeom prst="rect">
            <a:avLst/>
          </a:prstGeom>
          <a:noFill/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t" anchorCtr="0"/>
          <a:lstStyle/>
          <a:p>
            <a:pPr marL="0" lvl="1" algn="just">
              <a:lnSpc>
                <a:spcPct val="125000"/>
              </a:lnSpc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0.2  0.1  0.3  0.4  0.6</a:t>
            </a:r>
          </a:p>
          <a:p>
            <a:pPr marL="0" lvl="1" algn="just">
              <a:lnSpc>
                <a:spcPct val="125000"/>
              </a:lnSpc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0.8  0.1  0.2  0.7  0.6</a:t>
            </a:r>
          </a:p>
          <a:p>
            <a:pPr marL="0" lvl="1" algn="just">
              <a:lnSpc>
                <a:spcPct val="125000"/>
              </a:lnSpc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0.2  0.7  0.8  0.9  1.0</a:t>
            </a:r>
          </a:p>
          <a:p>
            <a:pPr marL="0" lvl="1" algn="just">
              <a:lnSpc>
                <a:spcPct val="125000"/>
              </a:lnSpc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0.2  0.3  0.7  0.5  0.1</a:t>
            </a:r>
          </a:p>
        </p:txBody>
      </p:sp>
      <p:sp>
        <p:nvSpPr>
          <p:cNvPr id="23" name="箭头: 下 22">
            <a:extLst>
              <a:ext uri="{FF2B5EF4-FFF2-40B4-BE49-F238E27FC236}">
                <a16:creationId xmlns:a16="http://schemas.microsoft.com/office/drawing/2014/main" id="{0641F280-8C11-1D3F-BDDE-DD0752C16A55}"/>
              </a:ext>
            </a:extLst>
          </p:cNvPr>
          <p:cNvSpPr/>
          <p:nvPr/>
        </p:nvSpPr>
        <p:spPr>
          <a:xfrm>
            <a:off x="8787094" y="4140856"/>
            <a:ext cx="695739" cy="933741"/>
          </a:xfrm>
          <a:prstGeom prst="downArrow">
            <a:avLst/>
          </a:prstGeom>
          <a:noFill/>
          <a:ln w="762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A487D515-34CB-CB28-76E5-FD6D33CCFB88}"/>
              </a:ext>
            </a:extLst>
          </p:cNvPr>
          <p:cNvSpPr txBox="1"/>
          <p:nvPr/>
        </p:nvSpPr>
        <p:spPr>
          <a:xfrm>
            <a:off x="6444535" y="5282504"/>
            <a:ext cx="53808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Input</a:t>
            </a:r>
            <a:endParaRPr lang="zh-CN" altLang="en-US" sz="360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26" name="!!master" descr="监控摄像头">
            <a:extLst>
              <a:ext uri="{FF2B5EF4-FFF2-40B4-BE49-F238E27FC236}">
                <a16:creationId xmlns:a16="http://schemas.microsoft.com/office/drawing/2014/main" id="{60BB1C51-50CA-72A1-06B0-D3B1A5FA845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2720805" y="1184426"/>
            <a:ext cx="914400" cy="9144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08118978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50">
        <p159:morph option="byObjec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50"/>
                            </p:stCondLst>
                            <p:childTnLst>
                              <p:par>
                                <p:cTn id="11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2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F31709-A1B6-C6C1-600C-FA23D7729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组合 23">
            <a:extLst>
              <a:ext uri="{FF2B5EF4-FFF2-40B4-BE49-F238E27FC236}">
                <a16:creationId xmlns:a16="http://schemas.microsoft.com/office/drawing/2014/main" id="{EA7A04CE-BDF2-6A2C-54BF-FB6F3718B2FF}"/>
              </a:ext>
            </a:extLst>
          </p:cNvPr>
          <p:cNvGrpSpPr/>
          <p:nvPr/>
        </p:nvGrpSpPr>
        <p:grpSpPr>
          <a:xfrm>
            <a:off x="-35838" y="2474082"/>
            <a:ext cx="6131838" cy="1478280"/>
            <a:chOff x="0" y="1569720"/>
            <a:chExt cx="12192000" cy="2939280"/>
          </a:xfrm>
        </p:grpSpPr>
        <p:sp>
          <p:nvSpPr>
            <p:cNvPr id="4" name="椭圆 3">
              <a:extLst>
                <a:ext uri="{FF2B5EF4-FFF2-40B4-BE49-F238E27FC236}">
                  <a16:creationId xmlns:a16="http://schemas.microsoft.com/office/drawing/2014/main" id="{9B5C9252-5BA0-B147-A3CE-CEF2C891B3FB}"/>
                </a:ext>
              </a:extLst>
            </p:cNvPr>
            <p:cNvSpPr/>
            <p:nvPr/>
          </p:nvSpPr>
          <p:spPr>
            <a:xfrm>
              <a:off x="5016000" y="2349000"/>
              <a:ext cx="2160000" cy="2160000"/>
            </a:xfrm>
            <a:prstGeom prst="ellipse">
              <a:avLst/>
            </a:prstGeom>
            <a:noFill/>
            <a:ln w="762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1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CC783E01-C569-CEF1-C7D5-FCC617512968}"/>
                </a:ext>
              </a:extLst>
            </p:cNvPr>
            <p:cNvSpPr txBox="1"/>
            <p:nvPr/>
          </p:nvSpPr>
          <p:spPr>
            <a:xfrm>
              <a:off x="0" y="1569720"/>
              <a:ext cx="12192000" cy="7955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神经元</a:t>
              </a:r>
            </a:p>
          </p:txBody>
        </p:sp>
        <p:grpSp>
          <p:nvGrpSpPr>
            <p:cNvPr id="18" name="组合 17">
              <a:extLst>
                <a:ext uri="{FF2B5EF4-FFF2-40B4-BE49-F238E27FC236}">
                  <a16:creationId xmlns:a16="http://schemas.microsoft.com/office/drawing/2014/main" id="{1F0CACFF-2B4A-0657-062E-8165DEA15972}"/>
                </a:ext>
              </a:extLst>
            </p:cNvPr>
            <p:cNvGrpSpPr/>
            <p:nvPr/>
          </p:nvGrpSpPr>
          <p:grpSpPr>
            <a:xfrm>
              <a:off x="1066800" y="2799000"/>
              <a:ext cx="3949200" cy="1260000"/>
              <a:chOff x="1066800" y="2799000"/>
              <a:chExt cx="3949200" cy="1260000"/>
            </a:xfrm>
          </p:grpSpPr>
          <p:cxnSp>
            <p:nvCxnSpPr>
              <p:cNvPr id="8" name="直接箭头连接符 7">
                <a:extLst>
                  <a:ext uri="{FF2B5EF4-FFF2-40B4-BE49-F238E27FC236}">
                    <a16:creationId xmlns:a16="http://schemas.microsoft.com/office/drawing/2014/main" id="{C7A0A34B-C07D-7324-4D19-D279B09CCEF9}"/>
                  </a:ext>
                </a:extLst>
              </p:cNvPr>
              <p:cNvCxnSpPr>
                <a:cxnSpLocks/>
                <a:stCxn id="10" idx="3"/>
                <a:endCxn id="4" idx="2"/>
              </p:cNvCxnSpPr>
              <p:nvPr/>
            </p:nvCxnSpPr>
            <p:spPr>
              <a:xfrm>
                <a:off x="3226800" y="3429000"/>
                <a:ext cx="1789200" cy="0"/>
              </a:xfrm>
              <a:prstGeom prst="straightConnector1">
                <a:avLst/>
              </a:prstGeom>
              <a:ln w="76200">
                <a:solidFill>
                  <a:schemeClr val="bg1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F6C1F6F9-7F69-FCE2-5600-7FA8562156CD}"/>
                  </a:ext>
                </a:extLst>
              </p:cNvPr>
              <p:cNvSpPr/>
              <p:nvPr/>
            </p:nvSpPr>
            <p:spPr>
              <a:xfrm>
                <a:off x="1066800" y="2799000"/>
                <a:ext cx="2160000" cy="1260000"/>
              </a:xfrm>
              <a:prstGeom prst="rect">
                <a:avLst/>
              </a:prstGeom>
              <a:noFill/>
              <a:ln w="76200">
                <a:solidFill>
                  <a:schemeClr val="accent6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id="{CC1F8FA7-4B61-C7D0-88A4-D9276330E066}"/>
                </a:ext>
              </a:extLst>
            </p:cNvPr>
            <p:cNvGrpSpPr/>
            <p:nvPr/>
          </p:nvGrpSpPr>
          <p:grpSpPr>
            <a:xfrm>
              <a:off x="7176000" y="2799000"/>
              <a:ext cx="3949200" cy="1260000"/>
              <a:chOff x="7176000" y="2799000"/>
              <a:chExt cx="3949200" cy="1260000"/>
            </a:xfrm>
          </p:grpSpPr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2CF3EDA3-4A03-A6F1-2CBB-7ECAE2E40681}"/>
                  </a:ext>
                </a:extLst>
              </p:cNvPr>
              <p:cNvSpPr/>
              <p:nvPr/>
            </p:nvSpPr>
            <p:spPr>
              <a:xfrm>
                <a:off x="8965200" y="2799000"/>
                <a:ext cx="2160000" cy="1260000"/>
              </a:xfrm>
              <a:prstGeom prst="rect">
                <a:avLst/>
              </a:prstGeom>
              <a:noFill/>
              <a:ln w="762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15" name="直接箭头连接符 14">
                <a:extLst>
                  <a:ext uri="{FF2B5EF4-FFF2-40B4-BE49-F238E27FC236}">
                    <a16:creationId xmlns:a16="http://schemas.microsoft.com/office/drawing/2014/main" id="{88D6A2C4-B2A9-52BB-9D93-1992E1279FBF}"/>
                  </a:ext>
                </a:extLst>
              </p:cNvPr>
              <p:cNvCxnSpPr>
                <a:cxnSpLocks/>
                <a:stCxn id="4" idx="6"/>
                <a:endCxn id="14" idx="1"/>
              </p:cNvCxnSpPr>
              <p:nvPr/>
            </p:nvCxnSpPr>
            <p:spPr>
              <a:xfrm>
                <a:off x="7176000" y="3429000"/>
                <a:ext cx="1789200" cy="0"/>
              </a:xfrm>
              <a:prstGeom prst="straightConnector1">
                <a:avLst/>
              </a:prstGeom>
              <a:ln w="76200">
                <a:solidFill>
                  <a:schemeClr val="bg1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4AAAB5C3-5FA7-3C31-6489-4FF4B2277208}"/>
                </a:ext>
              </a:extLst>
            </p:cNvPr>
            <p:cNvSpPr txBox="1"/>
            <p:nvPr/>
          </p:nvSpPr>
          <p:spPr>
            <a:xfrm>
              <a:off x="1290569" y="2025833"/>
              <a:ext cx="1712461" cy="7955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0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Input</a:t>
              </a:r>
              <a:endParaRPr lang="zh-CN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5BB6D983-74EE-A457-C387-F14F6FF98EEC}"/>
                </a:ext>
              </a:extLst>
            </p:cNvPr>
            <p:cNvSpPr txBox="1"/>
            <p:nvPr/>
          </p:nvSpPr>
          <p:spPr>
            <a:xfrm>
              <a:off x="9188971" y="2025833"/>
              <a:ext cx="1936229" cy="7955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0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Output</a:t>
              </a:r>
              <a:endParaRPr lang="zh-CN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CEC0F0A1-FDE6-5C06-0D4B-D7AEC1417AF5}"/>
              </a:ext>
            </a:extLst>
          </p:cNvPr>
          <p:cNvSpPr txBox="1"/>
          <p:nvPr/>
        </p:nvSpPr>
        <p:spPr>
          <a:xfrm>
            <a:off x="8555651" y="-2117072"/>
            <a:ext cx="12598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Input</a:t>
            </a:r>
            <a:endParaRPr lang="zh-CN" altLang="en-US" sz="360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5629452-2AE4-2E9B-5622-6FF42500C719}"/>
              </a:ext>
            </a:extLst>
          </p:cNvPr>
          <p:cNvSpPr txBox="1"/>
          <p:nvPr/>
        </p:nvSpPr>
        <p:spPr>
          <a:xfrm>
            <a:off x="6495161" y="-1418655"/>
            <a:ext cx="53808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感觉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A64CE60-3D7A-5911-5E5E-215CD4E01F58}"/>
              </a:ext>
            </a:extLst>
          </p:cNvPr>
          <p:cNvSpPr txBox="1"/>
          <p:nvPr/>
        </p:nvSpPr>
        <p:spPr>
          <a:xfrm>
            <a:off x="6495159" y="-757048"/>
            <a:ext cx="53808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味觉，嗅觉，视觉</a:t>
            </a:r>
            <a:r>
              <a:rPr lang="en-US" altLang="zh-CN" sz="36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······</a:t>
            </a:r>
            <a:endParaRPr lang="zh-CN" altLang="en-US" sz="360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2" name="s">
            <a:extLst>
              <a:ext uri="{FF2B5EF4-FFF2-40B4-BE49-F238E27FC236}">
                <a16:creationId xmlns:a16="http://schemas.microsoft.com/office/drawing/2014/main" id="{265D783E-5736-ABED-FEC1-CF28DC213095}"/>
              </a:ext>
            </a:extLst>
          </p:cNvPr>
          <p:cNvSpPr/>
          <p:nvPr/>
        </p:nvSpPr>
        <p:spPr>
          <a:xfrm>
            <a:off x="6495163" y="498806"/>
            <a:ext cx="5380855" cy="5971442"/>
          </a:xfrm>
          <a:prstGeom prst="roundRect">
            <a:avLst/>
          </a:prstGeom>
          <a:noFill/>
          <a:ln w="7620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D4706356-B7AC-3A7C-3DA5-653AFC716C6A}"/>
              </a:ext>
            </a:extLst>
          </p:cNvPr>
          <p:cNvSpPr txBox="1"/>
          <p:nvPr/>
        </p:nvSpPr>
        <p:spPr>
          <a:xfrm>
            <a:off x="6495160" y="550892"/>
            <a:ext cx="53808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视觉</a:t>
            </a:r>
          </a:p>
        </p:txBody>
      </p:sp>
      <p:pic>
        <p:nvPicPr>
          <p:cNvPr id="27" name="!!eye" descr="眼睛">
            <a:extLst>
              <a:ext uri="{FF2B5EF4-FFF2-40B4-BE49-F238E27FC236}">
                <a16:creationId xmlns:a16="http://schemas.microsoft.com/office/drawing/2014/main" id="{3AE21C02-E40D-85D1-F94A-88288366D4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90772" y="901449"/>
            <a:ext cx="1527109" cy="1527109"/>
          </a:xfrm>
          <a:prstGeom prst="rect">
            <a:avLst/>
          </a:prstGeom>
        </p:spPr>
      </p:pic>
      <p:pic>
        <p:nvPicPr>
          <p:cNvPr id="28" name="图形 27" descr="图像">
            <a:extLst>
              <a:ext uri="{FF2B5EF4-FFF2-40B4-BE49-F238E27FC236}">
                <a16:creationId xmlns:a16="http://schemas.microsoft.com/office/drawing/2014/main" id="{4A9C6136-9BBB-FB3E-1F9E-F218C4FBC24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84409" y="1936839"/>
            <a:ext cx="2333499" cy="2333499"/>
          </a:xfrm>
          <a:prstGeom prst="rect">
            <a:avLst/>
          </a:prstGeom>
        </p:spPr>
      </p:pic>
      <p:sp>
        <p:nvSpPr>
          <p:cNvPr id="29" name="矩形 28">
            <a:extLst>
              <a:ext uri="{FF2B5EF4-FFF2-40B4-BE49-F238E27FC236}">
                <a16:creationId xmlns:a16="http://schemas.microsoft.com/office/drawing/2014/main" id="{282E608A-25E0-7AB9-598D-2A15BA9895CF}"/>
              </a:ext>
            </a:extLst>
          </p:cNvPr>
          <p:cNvSpPr/>
          <p:nvPr/>
        </p:nvSpPr>
        <p:spPr>
          <a:xfrm>
            <a:off x="9299214" y="2251720"/>
            <a:ext cx="2279546" cy="1681229"/>
          </a:xfrm>
          <a:prstGeom prst="rect">
            <a:avLst/>
          </a:prstGeom>
          <a:noFill/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t" anchorCtr="0"/>
          <a:lstStyle/>
          <a:p>
            <a:pPr marL="0" lvl="1" algn="just">
              <a:lnSpc>
                <a:spcPct val="125000"/>
              </a:lnSpc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0.2  0.1  0.3  0.4  0.6</a:t>
            </a:r>
          </a:p>
          <a:p>
            <a:pPr marL="0" lvl="1" algn="just">
              <a:lnSpc>
                <a:spcPct val="125000"/>
              </a:lnSpc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0.8  0.1  0.2  0.7  0.6</a:t>
            </a:r>
          </a:p>
          <a:p>
            <a:pPr marL="0" lvl="1" algn="just">
              <a:lnSpc>
                <a:spcPct val="125000"/>
              </a:lnSpc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0.2  0.7  0.8  0.9  1.0</a:t>
            </a:r>
          </a:p>
          <a:p>
            <a:pPr marL="0" lvl="1" algn="just">
              <a:lnSpc>
                <a:spcPct val="125000"/>
              </a:lnSpc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0.2  0.3  0.7  0.5  0.1</a:t>
            </a:r>
          </a:p>
        </p:txBody>
      </p:sp>
      <p:sp>
        <p:nvSpPr>
          <p:cNvPr id="30" name="箭头: 下 29">
            <a:extLst>
              <a:ext uri="{FF2B5EF4-FFF2-40B4-BE49-F238E27FC236}">
                <a16:creationId xmlns:a16="http://schemas.microsoft.com/office/drawing/2014/main" id="{33CF2F31-A4F4-8B6A-03A5-A248016BD72F}"/>
              </a:ext>
            </a:extLst>
          </p:cNvPr>
          <p:cNvSpPr/>
          <p:nvPr/>
        </p:nvSpPr>
        <p:spPr>
          <a:xfrm>
            <a:off x="8787094" y="4140856"/>
            <a:ext cx="695739" cy="933741"/>
          </a:xfrm>
          <a:prstGeom prst="downArrow">
            <a:avLst/>
          </a:prstGeom>
          <a:noFill/>
          <a:ln w="762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F0E8EFD6-BBFA-A6AB-C9BE-4651D7D6B316}"/>
              </a:ext>
            </a:extLst>
          </p:cNvPr>
          <p:cNvSpPr txBox="1"/>
          <p:nvPr/>
        </p:nvSpPr>
        <p:spPr>
          <a:xfrm>
            <a:off x="6444535" y="5282504"/>
            <a:ext cx="53808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Input</a:t>
            </a:r>
            <a:endParaRPr lang="zh-CN" altLang="en-US" sz="360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32" name="!!master" descr="监控摄像头">
            <a:extLst>
              <a:ext uri="{FF2B5EF4-FFF2-40B4-BE49-F238E27FC236}">
                <a16:creationId xmlns:a16="http://schemas.microsoft.com/office/drawing/2014/main" id="{F44214D9-CC88-D9B4-312B-BAA2AD66698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092754" y="1197223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908814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50">
        <p159:morph option="byObject"/>
      </p:transition>
    </mc:Choice>
    <mc:Fallback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D9B082-9A92-97F9-C476-788ED13E7F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组合 23">
            <a:extLst>
              <a:ext uri="{FF2B5EF4-FFF2-40B4-BE49-F238E27FC236}">
                <a16:creationId xmlns:a16="http://schemas.microsoft.com/office/drawing/2014/main" id="{87520A32-25E6-1305-78F6-27075BEBE873}"/>
              </a:ext>
            </a:extLst>
          </p:cNvPr>
          <p:cNvGrpSpPr/>
          <p:nvPr/>
        </p:nvGrpSpPr>
        <p:grpSpPr>
          <a:xfrm>
            <a:off x="-35838" y="2474082"/>
            <a:ext cx="6131838" cy="1478280"/>
            <a:chOff x="0" y="1569720"/>
            <a:chExt cx="12192000" cy="2939280"/>
          </a:xfrm>
        </p:grpSpPr>
        <p:sp>
          <p:nvSpPr>
            <p:cNvPr id="4" name="椭圆 3">
              <a:extLst>
                <a:ext uri="{FF2B5EF4-FFF2-40B4-BE49-F238E27FC236}">
                  <a16:creationId xmlns:a16="http://schemas.microsoft.com/office/drawing/2014/main" id="{B8455906-5B8D-C05A-7AB3-1CBF62FE92BF}"/>
                </a:ext>
              </a:extLst>
            </p:cNvPr>
            <p:cNvSpPr/>
            <p:nvPr/>
          </p:nvSpPr>
          <p:spPr>
            <a:xfrm>
              <a:off x="5016000" y="2349000"/>
              <a:ext cx="2160000" cy="2160000"/>
            </a:xfrm>
            <a:prstGeom prst="ellipse">
              <a:avLst/>
            </a:prstGeom>
            <a:noFill/>
            <a:ln w="762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1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6C77EAB1-544A-2228-3243-578FCD02614B}"/>
                </a:ext>
              </a:extLst>
            </p:cNvPr>
            <p:cNvSpPr txBox="1"/>
            <p:nvPr/>
          </p:nvSpPr>
          <p:spPr>
            <a:xfrm>
              <a:off x="0" y="1569720"/>
              <a:ext cx="12192000" cy="7955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神经元</a:t>
              </a:r>
            </a:p>
          </p:txBody>
        </p:sp>
        <p:grpSp>
          <p:nvGrpSpPr>
            <p:cNvPr id="18" name="组合 17">
              <a:extLst>
                <a:ext uri="{FF2B5EF4-FFF2-40B4-BE49-F238E27FC236}">
                  <a16:creationId xmlns:a16="http://schemas.microsoft.com/office/drawing/2014/main" id="{B9DB980C-3FAF-0909-1BC6-BA6DE323BA47}"/>
                </a:ext>
              </a:extLst>
            </p:cNvPr>
            <p:cNvGrpSpPr/>
            <p:nvPr/>
          </p:nvGrpSpPr>
          <p:grpSpPr>
            <a:xfrm>
              <a:off x="1066800" y="2799000"/>
              <a:ext cx="3949200" cy="1260000"/>
              <a:chOff x="1066800" y="2799000"/>
              <a:chExt cx="3949200" cy="1260000"/>
            </a:xfrm>
          </p:grpSpPr>
          <p:cxnSp>
            <p:nvCxnSpPr>
              <p:cNvPr id="8" name="直接箭头连接符 7">
                <a:extLst>
                  <a:ext uri="{FF2B5EF4-FFF2-40B4-BE49-F238E27FC236}">
                    <a16:creationId xmlns:a16="http://schemas.microsoft.com/office/drawing/2014/main" id="{0D0232F7-1234-5BFB-A193-F2FECAD74979}"/>
                  </a:ext>
                </a:extLst>
              </p:cNvPr>
              <p:cNvCxnSpPr>
                <a:cxnSpLocks/>
                <a:stCxn id="10" idx="3"/>
                <a:endCxn id="4" idx="2"/>
              </p:cNvCxnSpPr>
              <p:nvPr/>
            </p:nvCxnSpPr>
            <p:spPr>
              <a:xfrm>
                <a:off x="3226800" y="3429000"/>
                <a:ext cx="1789200" cy="0"/>
              </a:xfrm>
              <a:prstGeom prst="straightConnector1">
                <a:avLst/>
              </a:prstGeom>
              <a:ln w="76200">
                <a:solidFill>
                  <a:schemeClr val="bg1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6E80781F-B3E4-D02B-8A62-F619C3D17882}"/>
                  </a:ext>
                </a:extLst>
              </p:cNvPr>
              <p:cNvSpPr/>
              <p:nvPr/>
            </p:nvSpPr>
            <p:spPr>
              <a:xfrm>
                <a:off x="1066800" y="2799000"/>
                <a:ext cx="2160000" cy="1260000"/>
              </a:xfrm>
              <a:prstGeom prst="rect">
                <a:avLst/>
              </a:prstGeom>
              <a:noFill/>
              <a:ln w="76200">
                <a:solidFill>
                  <a:schemeClr val="accent6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id="{DE3AA54A-89C2-62AA-24E6-49CDE74BE6DF}"/>
                </a:ext>
              </a:extLst>
            </p:cNvPr>
            <p:cNvGrpSpPr/>
            <p:nvPr/>
          </p:nvGrpSpPr>
          <p:grpSpPr>
            <a:xfrm>
              <a:off x="7176000" y="2799000"/>
              <a:ext cx="3949200" cy="1260000"/>
              <a:chOff x="7176000" y="2799000"/>
              <a:chExt cx="3949200" cy="1260000"/>
            </a:xfrm>
          </p:grpSpPr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4E7CE0E0-165A-3145-A7D0-10214B91BF76}"/>
                  </a:ext>
                </a:extLst>
              </p:cNvPr>
              <p:cNvSpPr/>
              <p:nvPr/>
            </p:nvSpPr>
            <p:spPr>
              <a:xfrm>
                <a:off x="8965200" y="2799000"/>
                <a:ext cx="2160000" cy="1260000"/>
              </a:xfrm>
              <a:prstGeom prst="rect">
                <a:avLst/>
              </a:prstGeom>
              <a:noFill/>
              <a:ln w="762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15" name="直接箭头连接符 14">
                <a:extLst>
                  <a:ext uri="{FF2B5EF4-FFF2-40B4-BE49-F238E27FC236}">
                    <a16:creationId xmlns:a16="http://schemas.microsoft.com/office/drawing/2014/main" id="{630102C3-6B5C-CBC9-2AF6-8F52AF535B33}"/>
                  </a:ext>
                </a:extLst>
              </p:cNvPr>
              <p:cNvCxnSpPr>
                <a:cxnSpLocks/>
                <a:stCxn id="4" idx="6"/>
                <a:endCxn id="14" idx="1"/>
              </p:cNvCxnSpPr>
              <p:nvPr/>
            </p:nvCxnSpPr>
            <p:spPr>
              <a:xfrm>
                <a:off x="7176000" y="3429000"/>
                <a:ext cx="1789200" cy="0"/>
              </a:xfrm>
              <a:prstGeom prst="straightConnector1">
                <a:avLst/>
              </a:prstGeom>
              <a:ln w="76200">
                <a:solidFill>
                  <a:schemeClr val="bg1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B6245E65-22B9-85F9-2944-840C8952D532}"/>
                </a:ext>
              </a:extLst>
            </p:cNvPr>
            <p:cNvSpPr txBox="1"/>
            <p:nvPr/>
          </p:nvSpPr>
          <p:spPr>
            <a:xfrm>
              <a:off x="1290569" y="2025833"/>
              <a:ext cx="1712461" cy="7955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0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Input</a:t>
              </a:r>
              <a:endParaRPr lang="zh-CN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68848F39-BD56-A07E-ACBE-7F8B9AC7A02B}"/>
                </a:ext>
              </a:extLst>
            </p:cNvPr>
            <p:cNvSpPr txBox="1"/>
            <p:nvPr/>
          </p:nvSpPr>
          <p:spPr>
            <a:xfrm>
              <a:off x="9188971" y="2025833"/>
              <a:ext cx="1936229" cy="7955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0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Output</a:t>
              </a:r>
              <a:endParaRPr lang="zh-CN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D6E613A0-C379-1AF1-FD78-737C68F8AD41}"/>
              </a:ext>
            </a:extLst>
          </p:cNvPr>
          <p:cNvSpPr txBox="1"/>
          <p:nvPr/>
        </p:nvSpPr>
        <p:spPr>
          <a:xfrm>
            <a:off x="8555651" y="-2117072"/>
            <a:ext cx="12598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Input</a:t>
            </a:r>
            <a:endParaRPr lang="zh-CN" altLang="en-US" sz="360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CE62C6D-8C5C-50CD-90FD-2EAA0592C179}"/>
              </a:ext>
            </a:extLst>
          </p:cNvPr>
          <p:cNvSpPr txBox="1"/>
          <p:nvPr/>
        </p:nvSpPr>
        <p:spPr>
          <a:xfrm>
            <a:off x="6495161" y="-1418655"/>
            <a:ext cx="53808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感觉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F449399-7DB8-4A5D-4E45-3C3575ABA3DA}"/>
              </a:ext>
            </a:extLst>
          </p:cNvPr>
          <p:cNvSpPr txBox="1"/>
          <p:nvPr/>
        </p:nvSpPr>
        <p:spPr>
          <a:xfrm>
            <a:off x="6495159" y="-757048"/>
            <a:ext cx="53808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味觉，嗅觉，视觉</a:t>
            </a:r>
            <a:r>
              <a:rPr lang="en-US" altLang="zh-CN" sz="36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······</a:t>
            </a:r>
            <a:endParaRPr lang="zh-CN" altLang="en-US" sz="360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22" name="!!input">
            <a:extLst>
              <a:ext uri="{FF2B5EF4-FFF2-40B4-BE49-F238E27FC236}">
                <a16:creationId xmlns:a16="http://schemas.microsoft.com/office/drawing/2014/main" id="{2007DF46-1D59-E569-3A2E-9093730E2BB7}"/>
              </a:ext>
            </a:extLst>
          </p:cNvPr>
          <p:cNvGrpSpPr/>
          <p:nvPr/>
        </p:nvGrpSpPr>
        <p:grpSpPr>
          <a:xfrm>
            <a:off x="6444535" y="498806"/>
            <a:ext cx="5431483" cy="5971442"/>
            <a:chOff x="6444535" y="498806"/>
            <a:chExt cx="5431483" cy="5971442"/>
          </a:xfrm>
        </p:grpSpPr>
        <p:sp>
          <p:nvSpPr>
            <p:cNvPr id="3" name="s">
              <a:extLst>
                <a:ext uri="{FF2B5EF4-FFF2-40B4-BE49-F238E27FC236}">
                  <a16:creationId xmlns:a16="http://schemas.microsoft.com/office/drawing/2014/main" id="{A42D2B89-D55C-7565-A506-7865265F5C4B}"/>
                </a:ext>
              </a:extLst>
            </p:cNvPr>
            <p:cNvSpPr/>
            <p:nvPr/>
          </p:nvSpPr>
          <p:spPr>
            <a:xfrm>
              <a:off x="6495163" y="498806"/>
              <a:ext cx="5380855" cy="5971442"/>
            </a:xfrm>
            <a:prstGeom prst="roundRect">
              <a:avLst/>
            </a:prstGeom>
            <a:noFill/>
            <a:ln w="76200"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81DDAD03-DD74-31B7-03B1-0D45E713684E}"/>
                </a:ext>
              </a:extLst>
            </p:cNvPr>
            <p:cNvSpPr txBox="1"/>
            <p:nvPr/>
          </p:nvSpPr>
          <p:spPr>
            <a:xfrm>
              <a:off x="6495160" y="550892"/>
              <a:ext cx="538085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36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视觉</a:t>
              </a:r>
            </a:p>
          </p:txBody>
        </p:sp>
        <p:pic>
          <p:nvPicPr>
            <p:cNvPr id="12" name="!!eye" descr="眼睛">
              <a:extLst>
                <a:ext uri="{FF2B5EF4-FFF2-40B4-BE49-F238E27FC236}">
                  <a16:creationId xmlns:a16="http://schemas.microsoft.com/office/drawing/2014/main" id="{8057F9F9-0F67-4F7C-B770-915D467B778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090772" y="901449"/>
              <a:ext cx="1527109" cy="1527109"/>
            </a:xfrm>
            <a:prstGeom prst="rect">
              <a:avLst/>
            </a:prstGeom>
          </p:spPr>
        </p:pic>
        <p:pic>
          <p:nvPicPr>
            <p:cNvPr id="16" name="图形 15" descr="图像">
              <a:extLst>
                <a:ext uri="{FF2B5EF4-FFF2-40B4-BE49-F238E27FC236}">
                  <a16:creationId xmlns:a16="http://schemas.microsoft.com/office/drawing/2014/main" id="{C8D0B993-FE5E-6F28-2AE1-447562DA608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684409" y="1936839"/>
              <a:ext cx="2333499" cy="2333499"/>
            </a:xfrm>
            <a:prstGeom prst="rect">
              <a:avLst/>
            </a:prstGeom>
          </p:spPr>
        </p:pic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E0A4B97A-A037-A78C-B232-BF08B8210E1C}"/>
                </a:ext>
              </a:extLst>
            </p:cNvPr>
            <p:cNvSpPr/>
            <p:nvPr/>
          </p:nvSpPr>
          <p:spPr>
            <a:xfrm>
              <a:off x="9299214" y="2251720"/>
              <a:ext cx="2279546" cy="1681229"/>
            </a:xfrm>
            <a:prstGeom prst="rect">
              <a:avLst/>
            </a:prstGeom>
            <a:noFill/>
            <a:ln w="5715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bIns="180000" rtlCol="0" anchor="t" anchorCtr="0"/>
            <a:lstStyle/>
            <a:p>
              <a:pPr marL="0" lvl="1" algn="just">
                <a:lnSpc>
                  <a:spcPct val="125000"/>
                </a:lnSpc>
              </a:pPr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0.2  0.1  0.3  0.4  0.6</a:t>
              </a:r>
            </a:p>
            <a:p>
              <a:pPr marL="0" lvl="1" algn="just">
                <a:lnSpc>
                  <a:spcPct val="125000"/>
                </a:lnSpc>
              </a:pPr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0.8  0.1  0.2  0.7  0.6</a:t>
              </a:r>
            </a:p>
            <a:p>
              <a:pPr marL="0" lvl="1" algn="just">
                <a:lnSpc>
                  <a:spcPct val="125000"/>
                </a:lnSpc>
              </a:pPr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0.2  0.7  0.8  0.9  1.0</a:t>
              </a:r>
            </a:p>
            <a:p>
              <a:pPr marL="0" lvl="1" algn="just">
                <a:lnSpc>
                  <a:spcPct val="125000"/>
                </a:lnSpc>
              </a:pPr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0.2  0.3  0.7  0.5  0.1</a:t>
              </a:r>
            </a:p>
          </p:txBody>
        </p:sp>
        <p:sp>
          <p:nvSpPr>
            <p:cNvPr id="23" name="箭头: 下 22">
              <a:extLst>
                <a:ext uri="{FF2B5EF4-FFF2-40B4-BE49-F238E27FC236}">
                  <a16:creationId xmlns:a16="http://schemas.microsoft.com/office/drawing/2014/main" id="{D70E16A4-4905-B3F8-9852-00DBEA663891}"/>
                </a:ext>
              </a:extLst>
            </p:cNvPr>
            <p:cNvSpPr/>
            <p:nvPr/>
          </p:nvSpPr>
          <p:spPr>
            <a:xfrm>
              <a:off x="8787094" y="4140856"/>
              <a:ext cx="695739" cy="933741"/>
            </a:xfrm>
            <a:prstGeom prst="downArrow">
              <a:avLst/>
            </a:prstGeom>
            <a:noFill/>
            <a:ln w="762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F8EE3BC7-A82C-F369-A837-789C290C7A7B}"/>
                </a:ext>
              </a:extLst>
            </p:cNvPr>
            <p:cNvSpPr txBox="1"/>
            <p:nvPr/>
          </p:nvSpPr>
          <p:spPr>
            <a:xfrm>
              <a:off x="6444535" y="5282504"/>
              <a:ext cx="538085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6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Input</a:t>
              </a:r>
              <a:endParaRPr lang="zh-CN" altLang="en-US" sz="36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pic>
          <p:nvPicPr>
            <p:cNvPr id="13" name="!!master" descr="监控摄像头">
              <a:extLst>
                <a:ext uri="{FF2B5EF4-FFF2-40B4-BE49-F238E27FC236}">
                  <a16:creationId xmlns:a16="http://schemas.microsoft.com/office/drawing/2014/main" id="{0C45D4FB-7E6E-8B51-B8CD-4382EC15DE4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0092754" y="1197223"/>
              <a:ext cx="914400" cy="9144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6117747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10">
        <p159:morph option="byObject"/>
      </p:transition>
    </mc:Choice>
    <mc:Fallback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3B8E77-C7D7-D04A-0163-0C0D1F3E53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组合 23">
            <a:extLst>
              <a:ext uri="{FF2B5EF4-FFF2-40B4-BE49-F238E27FC236}">
                <a16:creationId xmlns:a16="http://schemas.microsoft.com/office/drawing/2014/main" id="{D5348B4D-E612-BD29-294E-730F4866A6CD}"/>
              </a:ext>
            </a:extLst>
          </p:cNvPr>
          <p:cNvGrpSpPr/>
          <p:nvPr/>
        </p:nvGrpSpPr>
        <p:grpSpPr>
          <a:xfrm>
            <a:off x="-145445" y="633343"/>
            <a:ext cx="6131838" cy="1478280"/>
            <a:chOff x="0" y="1569720"/>
            <a:chExt cx="12192000" cy="2939280"/>
          </a:xfrm>
        </p:grpSpPr>
        <p:sp>
          <p:nvSpPr>
            <p:cNvPr id="4" name="椭圆 3">
              <a:extLst>
                <a:ext uri="{FF2B5EF4-FFF2-40B4-BE49-F238E27FC236}">
                  <a16:creationId xmlns:a16="http://schemas.microsoft.com/office/drawing/2014/main" id="{52224BB3-58E8-6A44-211D-3B49E887BDF6}"/>
                </a:ext>
              </a:extLst>
            </p:cNvPr>
            <p:cNvSpPr/>
            <p:nvPr/>
          </p:nvSpPr>
          <p:spPr>
            <a:xfrm>
              <a:off x="5016000" y="2349000"/>
              <a:ext cx="2160000" cy="2160000"/>
            </a:xfrm>
            <a:prstGeom prst="ellipse">
              <a:avLst/>
            </a:prstGeom>
            <a:noFill/>
            <a:ln w="762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1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BEA51BEB-F9D4-C44E-5311-8D68C685CF10}"/>
                </a:ext>
              </a:extLst>
            </p:cNvPr>
            <p:cNvSpPr txBox="1"/>
            <p:nvPr/>
          </p:nvSpPr>
          <p:spPr>
            <a:xfrm>
              <a:off x="0" y="1569720"/>
              <a:ext cx="12192000" cy="7955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神经元</a:t>
              </a:r>
            </a:p>
          </p:txBody>
        </p:sp>
        <p:grpSp>
          <p:nvGrpSpPr>
            <p:cNvPr id="18" name="组合 17">
              <a:extLst>
                <a:ext uri="{FF2B5EF4-FFF2-40B4-BE49-F238E27FC236}">
                  <a16:creationId xmlns:a16="http://schemas.microsoft.com/office/drawing/2014/main" id="{B5CA7793-41E1-86AB-F3FD-CAA1BB807872}"/>
                </a:ext>
              </a:extLst>
            </p:cNvPr>
            <p:cNvGrpSpPr/>
            <p:nvPr/>
          </p:nvGrpSpPr>
          <p:grpSpPr>
            <a:xfrm>
              <a:off x="1066800" y="2799000"/>
              <a:ext cx="3949200" cy="1260000"/>
              <a:chOff x="1066800" y="2799000"/>
              <a:chExt cx="3949200" cy="1260000"/>
            </a:xfrm>
          </p:grpSpPr>
          <p:cxnSp>
            <p:nvCxnSpPr>
              <p:cNvPr id="8" name="直接箭头连接符 7">
                <a:extLst>
                  <a:ext uri="{FF2B5EF4-FFF2-40B4-BE49-F238E27FC236}">
                    <a16:creationId xmlns:a16="http://schemas.microsoft.com/office/drawing/2014/main" id="{5677F36E-0171-CB96-14D5-CF106A0DF64A}"/>
                  </a:ext>
                </a:extLst>
              </p:cNvPr>
              <p:cNvCxnSpPr>
                <a:cxnSpLocks/>
                <a:stCxn id="10" idx="3"/>
                <a:endCxn id="4" idx="2"/>
              </p:cNvCxnSpPr>
              <p:nvPr/>
            </p:nvCxnSpPr>
            <p:spPr>
              <a:xfrm>
                <a:off x="3226800" y="3429000"/>
                <a:ext cx="1789200" cy="0"/>
              </a:xfrm>
              <a:prstGeom prst="straightConnector1">
                <a:avLst/>
              </a:prstGeom>
              <a:ln w="76200">
                <a:solidFill>
                  <a:schemeClr val="bg1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8BF76E89-36AF-E3FA-B64D-DB5F50743499}"/>
                  </a:ext>
                </a:extLst>
              </p:cNvPr>
              <p:cNvSpPr/>
              <p:nvPr/>
            </p:nvSpPr>
            <p:spPr>
              <a:xfrm>
                <a:off x="1066800" y="2799000"/>
                <a:ext cx="2160000" cy="1260000"/>
              </a:xfrm>
              <a:prstGeom prst="rect">
                <a:avLst/>
              </a:prstGeom>
              <a:noFill/>
              <a:ln w="76200">
                <a:solidFill>
                  <a:schemeClr val="accent6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id="{0919875D-4B6B-8A26-A391-6757BE29985E}"/>
                </a:ext>
              </a:extLst>
            </p:cNvPr>
            <p:cNvGrpSpPr/>
            <p:nvPr/>
          </p:nvGrpSpPr>
          <p:grpSpPr>
            <a:xfrm>
              <a:off x="7176000" y="2799000"/>
              <a:ext cx="3949200" cy="1260000"/>
              <a:chOff x="7176000" y="2799000"/>
              <a:chExt cx="3949200" cy="1260000"/>
            </a:xfrm>
          </p:grpSpPr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4A661991-447F-5016-09DC-4B0B5D639CD1}"/>
                  </a:ext>
                </a:extLst>
              </p:cNvPr>
              <p:cNvSpPr/>
              <p:nvPr/>
            </p:nvSpPr>
            <p:spPr>
              <a:xfrm>
                <a:off x="8965200" y="2799000"/>
                <a:ext cx="2160000" cy="1260000"/>
              </a:xfrm>
              <a:prstGeom prst="rect">
                <a:avLst/>
              </a:prstGeom>
              <a:noFill/>
              <a:ln w="762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15" name="直接箭头连接符 14">
                <a:extLst>
                  <a:ext uri="{FF2B5EF4-FFF2-40B4-BE49-F238E27FC236}">
                    <a16:creationId xmlns:a16="http://schemas.microsoft.com/office/drawing/2014/main" id="{F88227B6-663E-F637-82E9-05D5B1ACD768}"/>
                  </a:ext>
                </a:extLst>
              </p:cNvPr>
              <p:cNvCxnSpPr>
                <a:cxnSpLocks/>
                <a:stCxn id="4" idx="6"/>
                <a:endCxn id="14" idx="1"/>
              </p:cNvCxnSpPr>
              <p:nvPr/>
            </p:nvCxnSpPr>
            <p:spPr>
              <a:xfrm>
                <a:off x="7176000" y="3429000"/>
                <a:ext cx="1789200" cy="0"/>
              </a:xfrm>
              <a:prstGeom prst="straightConnector1">
                <a:avLst/>
              </a:prstGeom>
              <a:ln w="76200">
                <a:solidFill>
                  <a:schemeClr val="bg1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6513C61B-46FA-C9D2-1A4E-A8FA5A86A1A1}"/>
                </a:ext>
              </a:extLst>
            </p:cNvPr>
            <p:cNvSpPr txBox="1"/>
            <p:nvPr/>
          </p:nvSpPr>
          <p:spPr>
            <a:xfrm>
              <a:off x="1290569" y="2025833"/>
              <a:ext cx="1712461" cy="7955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0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Input</a:t>
              </a:r>
              <a:endParaRPr lang="zh-CN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E43528E0-4FAD-159D-A821-B0A298FB7390}"/>
                </a:ext>
              </a:extLst>
            </p:cNvPr>
            <p:cNvSpPr txBox="1"/>
            <p:nvPr/>
          </p:nvSpPr>
          <p:spPr>
            <a:xfrm>
              <a:off x="9188971" y="2025833"/>
              <a:ext cx="1936229" cy="7955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0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Output</a:t>
              </a:r>
              <a:endParaRPr lang="zh-CN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CF88220E-B4BA-B8BD-416A-180CB2908888}"/>
              </a:ext>
            </a:extLst>
          </p:cNvPr>
          <p:cNvSpPr txBox="1"/>
          <p:nvPr/>
        </p:nvSpPr>
        <p:spPr>
          <a:xfrm>
            <a:off x="8555651" y="-2117072"/>
            <a:ext cx="12598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Input</a:t>
            </a:r>
            <a:endParaRPr lang="zh-CN" altLang="en-US" sz="360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DB112CF-31AC-FB13-31AC-B4FC930BBC75}"/>
              </a:ext>
            </a:extLst>
          </p:cNvPr>
          <p:cNvSpPr txBox="1"/>
          <p:nvPr/>
        </p:nvSpPr>
        <p:spPr>
          <a:xfrm>
            <a:off x="6495161" y="-1418655"/>
            <a:ext cx="53808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感觉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D1609B4-0A6B-A315-26D1-4A65B64EFE81}"/>
              </a:ext>
            </a:extLst>
          </p:cNvPr>
          <p:cNvSpPr txBox="1"/>
          <p:nvPr/>
        </p:nvSpPr>
        <p:spPr>
          <a:xfrm>
            <a:off x="6495159" y="-757048"/>
            <a:ext cx="53808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味觉，嗅觉，视觉</a:t>
            </a:r>
            <a:r>
              <a:rPr lang="en-US" altLang="zh-CN" sz="36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······</a:t>
            </a:r>
            <a:endParaRPr lang="zh-CN" altLang="en-US" sz="360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9" name="!!input">
            <a:extLst>
              <a:ext uri="{FF2B5EF4-FFF2-40B4-BE49-F238E27FC236}">
                <a16:creationId xmlns:a16="http://schemas.microsoft.com/office/drawing/2014/main" id="{A0576E1E-6D5D-B5E3-5772-2B41BCFED623}"/>
              </a:ext>
            </a:extLst>
          </p:cNvPr>
          <p:cNvGrpSpPr/>
          <p:nvPr/>
        </p:nvGrpSpPr>
        <p:grpSpPr>
          <a:xfrm>
            <a:off x="1303081" y="2503554"/>
            <a:ext cx="3111953" cy="3397333"/>
            <a:chOff x="6444535" y="498806"/>
            <a:chExt cx="5469834" cy="5971442"/>
          </a:xfrm>
        </p:grpSpPr>
        <p:sp>
          <p:nvSpPr>
            <p:cNvPr id="3" name="矩形: 圆角 2">
              <a:extLst>
                <a:ext uri="{FF2B5EF4-FFF2-40B4-BE49-F238E27FC236}">
                  <a16:creationId xmlns:a16="http://schemas.microsoft.com/office/drawing/2014/main" id="{E3919A40-E211-9365-ED59-2DDA55B0CFF2}"/>
                </a:ext>
              </a:extLst>
            </p:cNvPr>
            <p:cNvSpPr/>
            <p:nvPr/>
          </p:nvSpPr>
          <p:spPr>
            <a:xfrm>
              <a:off x="6495163" y="498806"/>
              <a:ext cx="5380855" cy="5971442"/>
            </a:xfrm>
            <a:prstGeom prst="roundRect">
              <a:avLst/>
            </a:prstGeom>
            <a:noFill/>
            <a:ln w="76200"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800" dirty="0"/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7F04881A-C5CA-28EE-413B-65A26C08C831}"/>
                </a:ext>
              </a:extLst>
            </p:cNvPr>
            <p:cNvSpPr txBox="1"/>
            <p:nvPr/>
          </p:nvSpPr>
          <p:spPr>
            <a:xfrm>
              <a:off x="6444535" y="688829"/>
              <a:ext cx="5380855" cy="6491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视觉</a:t>
              </a:r>
            </a:p>
          </p:txBody>
        </p:sp>
        <p:pic>
          <p:nvPicPr>
            <p:cNvPr id="12" name="图形 11" descr="眼睛">
              <a:extLst>
                <a:ext uri="{FF2B5EF4-FFF2-40B4-BE49-F238E27FC236}">
                  <a16:creationId xmlns:a16="http://schemas.microsoft.com/office/drawing/2014/main" id="{827BECD3-472A-A1A6-705D-F343DD82B0D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090772" y="901449"/>
              <a:ext cx="1527109" cy="1527109"/>
            </a:xfrm>
            <a:prstGeom prst="rect">
              <a:avLst/>
            </a:prstGeom>
          </p:spPr>
        </p:pic>
        <p:pic>
          <p:nvPicPr>
            <p:cNvPr id="16" name="图形 15" descr="图像">
              <a:extLst>
                <a:ext uri="{FF2B5EF4-FFF2-40B4-BE49-F238E27FC236}">
                  <a16:creationId xmlns:a16="http://schemas.microsoft.com/office/drawing/2014/main" id="{79A1F739-C2A9-F584-AD94-188BECC72BD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684409" y="1936839"/>
              <a:ext cx="2333499" cy="2333499"/>
            </a:xfrm>
            <a:prstGeom prst="rect">
              <a:avLst/>
            </a:prstGeom>
          </p:spPr>
        </p:pic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24B12EBE-573D-30E2-1AB9-BC6CFA2D2B41}"/>
                </a:ext>
              </a:extLst>
            </p:cNvPr>
            <p:cNvSpPr/>
            <p:nvPr/>
          </p:nvSpPr>
          <p:spPr>
            <a:xfrm>
              <a:off x="9299214" y="2251720"/>
              <a:ext cx="2279546" cy="1681229"/>
            </a:xfrm>
            <a:prstGeom prst="rect">
              <a:avLst/>
            </a:prstGeom>
            <a:noFill/>
            <a:ln w="5715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bIns="180000" rtlCol="0" anchor="t" anchorCtr="0"/>
            <a:lstStyle/>
            <a:p>
              <a:pPr marL="0" lvl="1" algn="just">
                <a:lnSpc>
                  <a:spcPct val="125000"/>
                </a:lnSpc>
              </a:pPr>
              <a:r>
                <a:rPr lang="en-US" altLang="zh-CN" sz="85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0.2  0.1  0.3  0.4  0.6</a:t>
              </a:r>
            </a:p>
            <a:p>
              <a:pPr marL="0" lvl="1" algn="just">
                <a:lnSpc>
                  <a:spcPct val="125000"/>
                </a:lnSpc>
              </a:pPr>
              <a:r>
                <a:rPr lang="en-US" altLang="zh-CN" sz="85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0.8  0.1  0.2  0.7  0.6</a:t>
              </a:r>
            </a:p>
            <a:p>
              <a:pPr marL="0" lvl="1" algn="just">
                <a:lnSpc>
                  <a:spcPct val="125000"/>
                </a:lnSpc>
              </a:pPr>
              <a:r>
                <a:rPr lang="en-US" altLang="zh-CN" sz="85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0.2  0.7  0.8  0.9  1.0</a:t>
              </a:r>
            </a:p>
            <a:p>
              <a:pPr marL="0" lvl="1" algn="just">
                <a:lnSpc>
                  <a:spcPct val="125000"/>
                </a:lnSpc>
              </a:pPr>
              <a:r>
                <a:rPr lang="en-US" altLang="zh-CN" sz="85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0.2  0.3  0.7  0.5  0.1</a:t>
              </a:r>
            </a:p>
          </p:txBody>
        </p:sp>
        <p:sp>
          <p:nvSpPr>
            <p:cNvPr id="23" name="箭头: 下 22">
              <a:extLst>
                <a:ext uri="{FF2B5EF4-FFF2-40B4-BE49-F238E27FC236}">
                  <a16:creationId xmlns:a16="http://schemas.microsoft.com/office/drawing/2014/main" id="{DA074A44-6494-B968-4ED7-B0D276258CC1}"/>
                </a:ext>
              </a:extLst>
            </p:cNvPr>
            <p:cNvSpPr/>
            <p:nvPr/>
          </p:nvSpPr>
          <p:spPr>
            <a:xfrm>
              <a:off x="8787094" y="4140856"/>
              <a:ext cx="695739" cy="933741"/>
            </a:xfrm>
            <a:prstGeom prst="downArrow">
              <a:avLst/>
            </a:prstGeom>
            <a:noFill/>
            <a:ln w="762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800"/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D5525986-7EDF-3534-5766-AE50312DEA71}"/>
                </a:ext>
              </a:extLst>
            </p:cNvPr>
            <p:cNvSpPr txBox="1"/>
            <p:nvPr/>
          </p:nvSpPr>
          <p:spPr>
            <a:xfrm>
              <a:off x="6533514" y="5313348"/>
              <a:ext cx="5380855" cy="7032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Inpu</a:t>
              </a:r>
              <a:r>
                <a:rPr lang="en-US" altLang="zh-CN" sz="12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t</a:t>
              </a:r>
              <a:endParaRPr lang="zh-CN" altLang="en-US" sz="12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pic>
          <p:nvPicPr>
            <p:cNvPr id="13" name="图形 12" descr="监控摄像头">
              <a:extLst>
                <a:ext uri="{FF2B5EF4-FFF2-40B4-BE49-F238E27FC236}">
                  <a16:creationId xmlns:a16="http://schemas.microsoft.com/office/drawing/2014/main" id="{98FAA0F0-6A75-9BEA-A60D-AEA2271DB2C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0092754" y="1197223"/>
              <a:ext cx="914400" cy="9144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1926500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50">
        <p159:morph option="byObject"/>
      </p:transition>
    </mc:Choice>
    <mc:Fallback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0F9209-A567-73C0-7B9E-DC41668F38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组合 23">
            <a:extLst>
              <a:ext uri="{FF2B5EF4-FFF2-40B4-BE49-F238E27FC236}">
                <a16:creationId xmlns:a16="http://schemas.microsoft.com/office/drawing/2014/main" id="{43FF78CA-374A-4964-0CB7-8DFF618A6BF7}"/>
              </a:ext>
            </a:extLst>
          </p:cNvPr>
          <p:cNvGrpSpPr/>
          <p:nvPr/>
        </p:nvGrpSpPr>
        <p:grpSpPr>
          <a:xfrm>
            <a:off x="-145445" y="633343"/>
            <a:ext cx="6131838" cy="1478280"/>
            <a:chOff x="0" y="1569720"/>
            <a:chExt cx="12192000" cy="2939280"/>
          </a:xfrm>
        </p:grpSpPr>
        <p:sp>
          <p:nvSpPr>
            <p:cNvPr id="4" name="椭圆 3">
              <a:extLst>
                <a:ext uri="{FF2B5EF4-FFF2-40B4-BE49-F238E27FC236}">
                  <a16:creationId xmlns:a16="http://schemas.microsoft.com/office/drawing/2014/main" id="{87DA0AAD-3031-C7E5-E821-DFA5BFC0C375}"/>
                </a:ext>
              </a:extLst>
            </p:cNvPr>
            <p:cNvSpPr/>
            <p:nvPr/>
          </p:nvSpPr>
          <p:spPr>
            <a:xfrm>
              <a:off x="5016000" y="2349000"/>
              <a:ext cx="2160000" cy="2160000"/>
            </a:xfrm>
            <a:prstGeom prst="ellipse">
              <a:avLst/>
            </a:prstGeom>
            <a:noFill/>
            <a:ln w="76200"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1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9A829535-143F-1D8A-B23A-938FE096107A}"/>
                </a:ext>
              </a:extLst>
            </p:cNvPr>
            <p:cNvSpPr txBox="1"/>
            <p:nvPr/>
          </p:nvSpPr>
          <p:spPr>
            <a:xfrm>
              <a:off x="0" y="1569720"/>
              <a:ext cx="12192000" cy="7955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神经元</a:t>
              </a:r>
            </a:p>
          </p:txBody>
        </p:sp>
        <p:grpSp>
          <p:nvGrpSpPr>
            <p:cNvPr id="18" name="组合 17">
              <a:extLst>
                <a:ext uri="{FF2B5EF4-FFF2-40B4-BE49-F238E27FC236}">
                  <a16:creationId xmlns:a16="http://schemas.microsoft.com/office/drawing/2014/main" id="{8330A9FE-3DBB-17D1-25E4-38ED84ED64A5}"/>
                </a:ext>
              </a:extLst>
            </p:cNvPr>
            <p:cNvGrpSpPr/>
            <p:nvPr/>
          </p:nvGrpSpPr>
          <p:grpSpPr>
            <a:xfrm>
              <a:off x="1066800" y="2799000"/>
              <a:ext cx="3949200" cy="1260000"/>
              <a:chOff x="1066800" y="2799000"/>
              <a:chExt cx="3949200" cy="1260000"/>
            </a:xfrm>
          </p:grpSpPr>
          <p:cxnSp>
            <p:nvCxnSpPr>
              <p:cNvPr id="8" name="直接箭头连接符 7">
                <a:extLst>
                  <a:ext uri="{FF2B5EF4-FFF2-40B4-BE49-F238E27FC236}">
                    <a16:creationId xmlns:a16="http://schemas.microsoft.com/office/drawing/2014/main" id="{6D333214-E4A3-C0FA-9280-5DE5F43DC44B}"/>
                  </a:ext>
                </a:extLst>
              </p:cNvPr>
              <p:cNvCxnSpPr>
                <a:cxnSpLocks/>
                <a:stCxn id="10" idx="3"/>
                <a:endCxn id="4" idx="2"/>
              </p:cNvCxnSpPr>
              <p:nvPr/>
            </p:nvCxnSpPr>
            <p:spPr>
              <a:xfrm>
                <a:off x="3226800" y="3429000"/>
                <a:ext cx="1789200" cy="0"/>
              </a:xfrm>
              <a:prstGeom prst="straightConnector1">
                <a:avLst/>
              </a:prstGeom>
              <a:ln w="76200">
                <a:solidFill>
                  <a:schemeClr val="bg1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346DB7D8-A318-4B8A-C8C6-B408E5EBCF8C}"/>
                  </a:ext>
                </a:extLst>
              </p:cNvPr>
              <p:cNvSpPr/>
              <p:nvPr/>
            </p:nvSpPr>
            <p:spPr>
              <a:xfrm>
                <a:off x="1066800" y="2799000"/>
                <a:ext cx="2160000" cy="1260000"/>
              </a:xfrm>
              <a:prstGeom prst="rect">
                <a:avLst/>
              </a:prstGeom>
              <a:noFill/>
              <a:ln w="762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id="{F8437C5D-F33F-A0CC-0B63-120E13763169}"/>
                </a:ext>
              </a:extLst>
            </p:cNvPr>
            <p:cNvGrpSpPr/>
            <p:nvPr/>
          </p:nvGrpSpPr>
          <p:grpSpPr>
            <a:xfrm>
              <a:off x="7176000" y="2799000"/>
              <a:ext cx="3949200" cy="1260000"/>
              <a:chOff x="7176000" y="2799000"/>
              <a:chExt cx="3949200" cy="1260000"/>
            </a:xfrm>
          </p:grpSpPr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7AD774AC-86F8-162F-F6E3-6B3BCCCCBFBA}"/>
                  </a:ext>
                </a:extLst>
              </p:cNvPr>
              <p:cNvSpPr/>
              <p:nvPr/>
            </p:nvSpPr>
            <p:spPr>
              <a:xfrm>
                <a:off x="8965200" y="2799000"/>
                <a:ext cx="2160000" cy="1260000"/>
              </a:xfrm>
              <a:prstGeom prst="rect">
                <a:avLst/>
              </a:prstGeom>
              <a:noFill/>
              <a:ln w="762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1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15" name="直接箭头连接符 14">
                <a:extLst>
                  <a:ext uri="{FF2B5EF4-FFF2-40B4-BE49-F238E27FC236}">
                    <a16:creationId xmlns:a16="http://schemas.microsoft.com/office/drawing/2014/main" id="{6E511A06-92E7-8ED4-ADBE-07C83D2DF619}"/>
                  </a:ext>
                </a:extLst>
              </p:cNvPr>
              <p:cNvCxnSpPr>
                <a:cxnSpLocks/>
                <a:stCxn id="4" idx="6"/>
                <a:endCxn id="14" idx="1"/>
              </p:cNvCxnSpPr>
              <p:nvPr/>
            </p:nvCxnSpPr>
            <p:spPr>
              <a:xfrm>
                <a:off x="7176000" y="3429000"/>
                <a:ext cx="1789200" cy="0"/>
              </a:xfrm>
              <a:prstGeom prst="straightConnector1">
                <a:avLst/>
              </a:prstGeom>
              <a:ln w="76200">
                <a:solidFill>
                  <a:schemeClr val="bg1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0CF8A4A9-10E6-1293-29A2-C332A32AAA6D}"/>
                </a:ext>
              </a:extLst>
            </p:cNvPr>
            <p:cNvSpPr txBox="1"/>
            <p:nvPr/>
          </p:nvSpPr>
          <p:spPr>
            <a:xfrm>
              <a:off x="1290569" y="2025833"/>
              <a:ext cx="1712461" cy="7955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0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Input</a:t>
              </a:r>
              <a:endParaRPr lang="zh-CN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CCE13ED8-976C-68A0-E4CC-0D0E779246FE}"/>
                </a:ext>
              </a:extLst>
            </p:cNvPr>
            <p:cNvSpPr txBox="1"/>
            <p:nvPr/>
          </p:nvSpPr>
          <p:spPr>
            <a:xfrm>
              <a:off x="9188971" y="2025833"/>
              <a:ext cx="1936229" cy="7955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0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Output</a:t>
              </a:r>
              <a:endParaRPr lang="zh-CN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9" name="!!input">
            <a:extLst>
              <a:ext uri="{FF2B5EF4-FFF2-40B4-BE49-F238E27FC236}">
                <a16:creationId xmlns:a16="http://schemas.microsoft.com/office/drawing/2014/main" id="{4CF753B2-DDB7-9A41-B56E-29592EE26A16}"/>
              </a:ext>
            </a:extLst>
          </p:cNvPr>
          <p:cNvGrpSpPr/>
          <p:nvPr/>
        </p:nvGrpSpPr>
        <p:grpSpPr>
          <a:xfrm>
            <a:off x="1303081" y="2503554"/>
            <a:ext cx="3111953" cy="3397333"/>
            <a:chOff x="6444535" y="498806"/>
            <a:chExt cx="5469834" cy="5971442"/>
          </a:xfrm>
        </p:grpSpPr>
        <p:sp>
          <p:nvSpPr>
            <p:cNvPr id="3" name="矩形: 圆角 2">
              <a:extLst>
                <a:ext uri="{FF2B5EF4-FFF2-40B4-BE49-F238E27FC236}">
                  <a16:creationId xmlns:a16="http://schemas.microsoft.com/office/drawing/2014/main" id="{D51DE0B3-517E-287B-8054-C44C3B407213}"/>
                </a:ext>
              </a:extLst>
            </p:cNvPr>
            <p:cNvSpPr/>
            <p:nvPr/>
          </p:nvSpPr>
          <p:spPr>
            <a:xfrm>
              <a:off x="6495163" y="498806"/>
              <a:ext cx="5380855" cy="5971442"/>
            </a:xfrm>
            <a:prstGeom prst="roundRect">
              <a:avLst/>
            </a:prstGeom>
            <a:noFill/>
            <a:ln w="762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800" dirty="0"/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C4A433E9-00C7-F8EA-3901-DDDECBF78D68}"/>
                </a:ext>
              </a:extLst>
            </p:cNvPr>
            <p:cNvSpPr txBox="1"/>
            <p:nvPr/>
          </p:nvSpPr>
          <p:spPr>
            <a:xfrm>
              <a:off x="6444535" y="688829"/>
              <a:ext cx="5380855" cy="6491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视觉</a:t>
              </a:r>
            </a:p>
          </p:txBody>
        </p:sp>
        <p:pic>
          <p:nvPicPr>
            <p:cNvPr id="12" name="图形 11" descr="眼睛">
              <a:extLst>
                <a:ext uri="{FF2B5EF4-FFF2-40B4-BE49-F238E27FC236}">
                  <a16:creationId xmlns:a16="http://schemas.microsoft.com/office/drawing/2014/main" id="{7BF09C20-F66F-C73B-309A-6EB1AAD08E2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090772" y="901449"/>
              <a:ext cx="1527109" cy="1527109"/>
            </a:xfrm>
            <a:prstGeom prst="rect">
              <a:avLst/>
            </a:prstGeom>
          </p:spPr>
        </p:pic>
        <p:pic>
          <p:nvPicPr>
            <p:cNvPr id="16" name="图形 15" descr="图像">
              <a:extLst>
                <a:ext uri="{FF2B5EF4-FFF2-40B4-BE49-F238E27FC236}">
                  <a16:creationId xmlns:a16="http://schemas.microsoft.com/office/drawing/2014/main" id="{8D8E1E80-7DC9-5D55-9F4B-20FCE77F702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684409" y="1936839"/>
              <a:ext cx="2333499" cy="2333499"/>
            </a:xfrm>
            <a:prstGeom prst="rect">
              <a:avLst/>
            </a:prstGeom>
          </p:spPr>
        </p:pic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C15FA097-6A19-E934-1113-5EB8BC5155E9}"/>
                </a:ext>
              </a:extLst>
            </p:cNvPr>
            <p:cNvSpPr/>
            <p:nvPr/>
          </p:nvSpPr>
          <p:spPr>
            <a:xfrm>
              <a:off x="9299214" y="2251720"/>
              <a:ext cx="2279546" cy="1681229"/>
            </a:xfrm>
            <a:prstGeom prst="rect">
              <a:avLst/>
            </a:prstGeom>
            <a:noFill/>
            <a:ln w="5715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bIns="180000" rtlCol="0" anchor="t" anchorCtr="0"/>
            <a:lstStyle/>
            <a:p>
              <a:pPr marL="0" lvl="1" algn="just">
                <a:lnSpc>
                  <a:spcPct val="125000"/>
                </a:lnSpc>
              </a:pPr>
              <a:r>
                <a:rPr lang="en-US" altLang="zh-CN" sz="85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0.2  0.1  0.3  0.4  0.6</a:t>
              </a:r>
            </a:p>
            <a:p>
              <a:pPr marL="0" lvl="1" algn="just">
                <a:lnSpc>
                  <a:spcPct val="125000"/>
                </a:lnSpc>
              </a:pPr>
              <a:r>
                <a:rPr lang="en-US" altLang="zh-CN" sz="85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0.8  0.1  0.2  0.7  0.6</a:t>
              </a:r>
            </a:p>
            <a:p>
              <a:pPr marL="0" lvl="1" algn="just">
                <a:lnSpc>
                  <a:spcPct val="125000"/>
                </a:lnSpc>
              </a:pPr>
              <a:r>
                <a:rPr lang="en-US" altLang="zh-CN" sz="85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0.2  0.7  0.8  0.9  1.0</a:t>
              </a:r>
            </a:p>
            <a:p>
              <a:pPr marL="0" lvl="1" algn="just">
                <a:lnSpc>
                  <a:spcPct val="125000"/>
                </a:lnSpc>
              </a:pPr>
              <a:r>
                <a:rPr lang="en-US" altLang="zh-CN" sz="85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0.2  0.3  0.7  0.5  0.1</a:t>
              </a:r>
            </a:p>
          </p:txBody>
        </p:sp>
        <p:sp>
          <p:nvSpPr>
            <p:cNvPr id="23" name="箭头: 下 22">
              <a:extLst>
                <a:ext uri="{FF2B5EF4-FFF2-40B4-BE49-F238E27FC236}">
                  <a16:creationId xmlns:a16="http://schemas.microsoft.com/office/drawing/2014/main" id="{0F5511DA-B1BF-D41C-605C-B0F9177E13B4}"/>
                </a:ext>
              </a:extLst>
            </p:cNvPr>
            <p:cNvSpPr/>
            <p:nvPr/>
          </p:nvSpPr>
          <p:spPr>
            <a:xfrm>
              <a:off x="8787094" y="4140856"/>
              <a:ext cx="695739" cy="933741"/>
            </a:xfrm>
            <a:prstGeom prst="downArrow">
              <a:avLst/>
            </a:prstGeom>
            <a:noFill/>
            <a:ln w="762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800"/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51C4849B-C64A-CC78-7927-62205A23C975}"/>
                </a:ext>
              </a:extLst>
            </p:cNvPr>
            <p:cNvSpPr txBox="1"/>
            <p:nvPr/>
          </p:nvSpPr>
          <p:spPr>
            <a:xfrm>
              <a:off x="6533514" y="5313348"/>
              <a:ext cx="5380855" cy="7032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0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Inpu</a:t>
              </a:r>
              <a:r>
                <a:rPr lang="en-US" altLang="zh-CN" sz="12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t</a:t>
              </a:r>
              <a:endParaRPr lang="zh-CN" altLang="en-US" sz="12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pic>
          <p:nvPicPr>
            <p:cNvPr id="13" name="图形 12" descr="监控摄像头">
              <a:extLst>
                <a:ext uri="{FF2B5EF4-FFF2-40B4-BE49-F238E27FC236}">
                  <a16:creationId xmlns:a16="http://schemas.microsoft.com/office/drawing/2014/main" id="{B4F0DC44-94F2-C897-F157-D22DFE09D27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0092754" y="1197223"/>
              <a:ext cx="914400" cy="914400"/>
            </a:xfrm>
            <a:prstGeom prst="rect">
              <a:avLst/>
            </a:prstGeom>
          </p:spPr>
        </p:pic>
      </p:grp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502ADA97-C69E-3729-5D67-679CA6E5D158}"/>
              </a:ext>
            </a:extLst>
          </p:cNvPr>
          <p:cNvSpPr/>
          <p:nvPr/>
        </p:nvSpPr>
        <p:spPr>
          <a:xfrm>
            <a:off x="6886252" y="633343"/>
            <a:ext cx="4802115" cy="5267544"/>
          </a:xfrm>
          <a:prstGeom prst="roundRect">
            <a:avLst/>
          </a:prstGeom>
          <a:noFill/>
          <a:ln w="76200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814035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50">
        <p159:morph option="byObject"/>
      </p:transition>
    </mc:Choice>
    <mc:Fallback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FE7557-E095-1C55-B945-3166D0C563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6458879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50">
        <p159:morph option="byObject"/>
      </p:transition>
    </mc:Choice>
    <mc:Fallback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533F83-92B1-7D58-A41D-EAC0585A82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3529686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50">
        <p159:morph option="byObject"/>
      </p:transition>
    </mc:Choice>
    <mc:Fallback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8DF9F5-A229-C9F0-D38C-D79DE4E051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2670546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p14:dur="250">
        <p159:morph option="byObject"/>
      </p:transition>
    </mc:Choice>
    <mc:Fallback>
      <p:transition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8|0.9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7|8.5|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8.4|3.3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.2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</TotalTime>
  <Words>272</Words>
  <Application>Microsoft Office PowerPoint</Application>
  <PresentationFormat>宽屏</PresentationFormat>
  <Paragraphs>93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3" baseType="lpstr">
      <vt:lpstr>等线</vt:lpstr>
      <vt:lpstr>等线 Light</vt:lpstr>
      <vt:lpstr>宋体</vt:lpstr>
      <vt:lpstr>Arial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全连接神经网络</dc:title>
  <dc:subject>深度学习入门学习</dc:subject>
  <dc:creator>sxq</dc:creator>
  <cp:keywords>no1</cp:keywords>
  <cp:lastModifiedBy>石晓强</cp:lastModifiedBy>
  <cp:revision>58</cp:revision>
  <dcterms:created xsi:type="dcterms:W3CDTF">2026-02-11T07:20:44Z</dcterms:created>
  <dcterms:modified xsi:type="dcterms:W3CDTF">2026-02-11T08:58:15Z</dcterms:modified>
</cp:coreProperties>
</file>